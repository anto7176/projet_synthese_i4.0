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6" r:id="rId5"/>
    <p:sldId id="260" r:id="rId6"/>
    <p:sldId id="261" r:id="rId7"/>
    <p:sldId id="262" r:id="rId8"/>
    <p:sldId id="263" r:id="rId9"/>
    <p:sldId id="267" r:id="rId10"/>
    <p:sldId id="264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60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FF9A30-562F-4204-8EB9-8F62F71F82D2}" v="88" dt="2026-06-04T09:22:58.0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DOT Antoine" userId="f2972222-c982-4106-aa9b-46df6d035209" providerId="ADAL" clId="{E36A05FE-D8B3-49CF-992A-D7A75E9CA28D}"/>
    <pc:docChg chg="undo redo custSel addSld delSld modSld sldOrd">
      <pc:chgData name="VADOT Antoine" userId="f2972222-c982-4106-aa9b-46df6d035209" providerId="ADAL" clId="{E36A05FE-D8B3-49CF-992A-D7A75E9CA28D}" dt="2026-06-04T09:25:20.904" v="1854" actId="2890"/>
      <pc:docMkLst>
        <pc:docMk/>
      </pc:docMkLst>
      <pc:sldChg chg="delSp modSp add mod setBg">
        <pc:chgData name="VADOT Antoine" userId="f2972222-c982-4106-aa9b-46df6d035209" providerId="ADAL" clId="{E36A05FE-D8B3-49CF-992A-D7A75E9CA28D}" dt="2026-06-04T09:24:32.575" v="1853" actId="20577"/>
        <pc:sldMkLst>
          <pc:docMk/>
          <pc:sldMk cId="0" sldId="256"/>
        </pc:sldMkLst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6"/>
            <ac:spMk id="3" creationId="{00000000-0000-0000-0000-000000000000}"/>
          </ac:spMkLst>
        </pc:spChg>
        <pc:spChg chg="mod">
          <ac:chgData name="VADOT Antoine" userId="f2972222-c982-4106-aa9b-46df6d035209" providerId="ADAL" clId="{E36A05FE-D8B3-49CF-992A-D7A75E9CA28D}" dt="2026-06-04T09:23:46.069" v="1844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6"/>
            <ac:spMk id="5" creationId="{00000000-0000-0000-0000-000000000000}"/>
          </ac:spMkLst>
        </pc:spChg>
        <pc:spChg chg="del">
          <ac:chgData name="VADOT Antoine" userId="f2972222-c982-4106-aa9b-46df6d035209" providerId="ADAL" clId="{E36A05FE-D8B3-49CF-992A-D7A75E9CA28D}" dt="2026-06-04T08:03:24.894" v="268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6"/>
            <ac:spMk id="7" creationId="{00000000-0000-0000-0000-000000000000}"/>
          </ac:spMkLst>
        </pc:spChg>
        <pc:spChg chg="mod">
          <ac:chgData name="VADOT Antoine" userId="f2972222-c982-4106-aa9b-46df6d035209" providerId="ADAL" clId="{E36A05FE-D8B3-49CF-992A-D7A75E9CA28D}" dt="2026-06-04T09:24:32.575" v="1853" actId="20577"/>
          <ac:spMkLst>
            <pc:docMk/>
            <pc:sldMk cId="0" sldId="256"/>
            <ac:spMk id="8" creationId="{00000000-0000-0000-0000-000000000000}"/>
          </ac:spMkLst>
        </pc:spChg>
      </pc:sldChg>
      <pc:sldChg chg="del setBg">
        <pc:chgData name="VADOT Antoine" userId="f2972222-c982-4106-aa9b-46df6d035209" providerId="ADAL" clId="{E36A05FE-D8B3-49CF-992A-D7A75E9CA28D}" dt="2026-06-04T08:03:45.579" v="270" actId="47"/>
        <pc:sldMkLst>
          <pc:docMk/>
          <pc:sldMk cId="0" sldId="257"/>
        </pc:sldMkLst>
      </pc:sldChg>
      <pc:sldChg chg="addSp delSp modSp mod setBg">
        <pc:chgData name="VADOT Antoine" userId="f2972222-c982-4106-aa9b-46df6d035209" providerId="ADAL" clId="{E36A05FE-D8B3-49CF-992A-D7A75E9CA28D}" dt="2026-06-04T09:07:19.668" v="1676" actId="790"/>
        <pc:sldMkLst>
          <pc:docMk/>
          <pc:sldMk cId="0" sldId="258"/>
        </pc:sldMkLst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8"/>
            <ac:spMk id="2" creationId="{00000000-0000-0000-0000-000000000000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VADOT Antoine" userId="f2972222-c982-4106-aa9b-46df6d035209" providerId="ADAL" clId="{E36A05FE-D8B3-49CF-992A-D7A75E9CA28D}" dt="2026-06-04T08:06:51.145" v="296" actId="478"/>
          <ac:spMkLst>
            <pc:docMk/>
            <pc:sldMk cId="0" sldId="258"/>
            <ac:spMk id="5" creationId="{00000000-0000-0000-0000-000000000000}"/>
          </ac:spMkLst>
        </pc:spChg>
        <pc:spChg chg="del mod">
          <ac:chgData name="VADOT Antoine" userId="f2972222-c982-4106-aa9b-46df6d035209" providerId="ADAL" clId="{E36A05FE-D8B3-49CF-992A-D7A75E9CA28D}" dt="2026-06-04T08:06:52.963" v="298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VADOT Antoine" userId="f2972222-c982-4106-aa9b-46df6d035209" providerId="ADAL" clId="{E36A05FE-D8B3-49CF-992A-D7A75E9CA28D}" dt="2026-06-04T08:06:54.402" v="299" actId="478"/>
          <ac:spMkLst>
            <pc:docMk/>
            <pc:sldMk cId="0" sldId="258"/>
            <ac:spMk id="7" creationId="{00000000-0000-0000-0000-000000000000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8"/>
            <ac:spMk id="10" creationId="{432E0D91-754E-F494-6F47-D2DBA527FBAB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8"/>
            <ac:spMk id="16" creationId="{FEE44D5B-FE05-0473-B54D-A9EBD4353B98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8"/>
            <ac:spMk id="19" creationId="{A14B2418-F8D3-F8A1-4539-CC543070B682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8"/>
            <ac:spMk id="20" creationId="{72960E7E-F0A5-A196-EE65-5CD27779A21B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8"/>
            <ac:spMk id="21" creationId="{6F8D6B8C-16A2-1A0B-283B-AE20D84B040A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8"/>
            <ac:spMk id="22" creationId="{FAFAA68F-FED0-72C9-1B81-CBF994AE435C}"/>
          </ac:spMkLst>
        </pc:spChg>
        <pc:spChg chg="add del mod ord">
          <ac:chgData name="VADOT Antoine" userId="f2972222-c982-4106-aa9b-46df6d035209" providerId="ADAL" clId="{E36A05FE-D8B3-49CF-992A-D7A75E9CA28D}" dt="2026-06-04T08:05:30.663" v="284" actId="478"/>
          <ac:spMkLst>
            <pc:docMk/>
            <pc:sldMk cId="0" sldId="258"/>
            <ac:spMk id="23" creationId="{739CCCCE-65BE-C71F-83CC-7FCF194904D2}"/>
          </ac:spMkLst>
        </pc:spChg>
        <pc:spChg chg="add del mod">
          <ac:chgData name="VADOT Antoine" userId="f2972222-c982-4106-aa9b-46df6d035209" providerId="ADAL" clId="{E36A05FE-D8B3-49CF-992A-D7A75E9CA28D}" dt="2026-06-04T08:05:22.628" v="281" actId="478"/>
          <ac:spMkLst>
            <pc:docMk/>
            <pc:sldMk cId="0" sldId="258"/>
            <ac:spMk id="24" creationId="{EE6348CE-99B0-EF72-9ED0-740CFDC4241D}"/>
          </ac:spMkLst>
        </pc:spChg>
        <pc:spChg chg="add mod or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8"/>
            <ac:spMk id="25" creationId="{ED7385BC-CA13-38C9-CD23-DBFB2B3D17FE}"/>
          </ac:spMkLst>
        </pc:spChg>
        <pc:spChg chg="add mod or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8"/>
            <ac:spMk id="26" creationId="{1591B276-DB1A-D184-0A8F-EE17468776BF}"/>
          </ac:spMkLst>
        </pc:spChg>
        <pc:picChg chg="mod">
          <ac:chgData name="VADOT Antoine" userId="f2972222-c982-4106-aa9b-46df6d035209" providerId="ADAL" clId="{E36A05FE-D8B3-49CF-992A-D7A75E9CA28D}" dt="2026-06-04T08:07:00.188" v="300" actId="1076"/>
          <ac:picMkLst>
            <pc:docMk/>
            <pc:sldMk cId="0" sldId="258"/>
            <ac:picMk id="1026" creationId="{70340DC5-0610-2719-4E7F-C4641A1C97D1}"/>
          </ac:picMkLst>
        </pc:picChg>
      </pc:sldChg>
      <pc:sldChg chg="addSp delSp modSp add mod setBg">
        <pc:chgData name="VADOT Antoine" userId="f2972222-c982-4106-aa9b-46df6d035209" providerId="ADAL" clId="{E36A05FE-D8B3-49CF-992A-D7A75E9CA28D}" dt="2026-06-04T09:07:19.668" v="1676" actId="790"/>
        <pc:sldMkLst>
          <pc:docMk/>
          <pc:sldMk cId="0" sldId="259"/>
        </pc:sldMkLst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9"/>
            <ac:spMk id="2" creationId="{00000000-0000-0000-0000-000000000000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VADOT Antoine" userId="f2972222-c982-4106-aa9b-46df6d035209" providerId="ADAL" clId="{E36A05FE-D8B3-49CF-992A-D7A75E9CA28D}" dt="2026-06-04T07:37:13.788" v="180" actId="478"/>
          <ac:spMkLst>
            <pc:docMk/>
            <pc:sldMk cId="0" sldId="259"/>
            <ac:spMk id="4" creationId="{00000000-0000-0000-0000-000000000000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9"/>
            <ac:spMk id="5" creationId="{859B49F9-5CB2-EAE3-1D8A-EA26F977DF68}"/>
          </ac:spMkLst>
        </pc:spChg>
        <pc:spChg chg="add del mod">
          <ac:chgData name="VADOT Antoine" userId="f2972222-c982-4106-aa9b-46df6d035209" providerId="ADAL" clId="{E36A05FE-D8B3-49CF-992A-D7A75E9CA28D}" dt="2026-06-04T08:07:22.375" v="305" actId="478"/>
          <ac:spMkLst>
            <pc:docMk/>
            <pc:sldMk cId="0" sldId="259"/>
            <ac:spMk id="6" creationId="{8F5D6D88-3A1E-E107-184A-5B7D851126B3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9"/>
            <ac:spMk id="7" creationId="{206ED952-6953-97CE-2606-CEF0967158EF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59"/>
            <ac:spMk id="8" creationId="{F0EB4B3C-1EAB-B2BD-74A2-EB8312140238}"/>
          </ac:spMkLst>
        </pc:spChg>
      </pc:sldChg>
      <pc:sldChg chg="addSp delSp modSp add mod setBg">
        <pc:chgData name="VADOT Antoine" userId="f2972222-c982-4106-aa9b-46df6d035209" providerId="ADAL" clId="{E36A05FE-D8B3-49CF-992A-D7A75E9CA28D}" dt="2026-06-04T09:07:19.668" v="1676" actId="790"/>
        <pc:sldMkLst>
          <pc:docMk/>
          <pc:sldMk cId="0" sldId="260"/>
        </pc:sldMkLst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0"/>
            <ac:spMk id="2" creationId="{00000000-0000-0000-0000-000000000000}"/>
          </ac:spMkLst>
        </pc:spChg>
        <pc:spChg chg="mod">
          <ac:chgData name="VADOT Antoine" userId="f2972222-c982-4106-aa9b-46df6d035209" providerId="ADAL" clId="{E36A05FE-D8B3-49CF-992A-D7A75E9CA28D}" dt="2026-06-04T08:36:48.534" v="906" actId="20577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VADOT Antoine" userId="f2972222-c982-4106-aa9b-46df6d035209" providerId="ADAL" clId="{E36A05FE-D8B3-49CF-992A-D7A75E9CA28D}" dt="2026-06-04T08:08:24.388" v="335" actId="478"/>
          <ac:spMkLst>
            <pc:docMk/>
            <pc:sldMk cId="0" sldId="260"/>
            <ac:spMk id="4" creationId="{00000000-0000-0000-0000-000000000000}"/>
          </ac:spMkLst>
        </pc:spChg>
        <pc:spChg chg="del mod">
          <ac:chgData name="VADOT Antoine" userId="f2972222-c982-4106-aa9b-46df6d035209" providerId="ADAL" clId="{E36A05FE-D8B3-49CF-992A-D7A75E9CA28D}" dt="2026-06-04T08:08:25.804" v="336" actId="478"/>
          <ac:spMkLst>
            <pc:docMk/>
            <pc:sldMk cId="0" sldId="260"/>
            <ac:spMk id="5" creationId="{00000000-0000-0000-0000-000000000000}"/>
          </ac:spMkLst>
        </pc:spChg>
        <pc:spChg chg="del mod">
          <ac:chgData name="VADOT Antoine" userId="f2972222-c982-4106-aa9b-46df6d035209" providerId="ADAL" clId="{E36A05FE-D8B3-49CF-992A-D7A75E9CA28D}" dt="2026-06-04T08:08:28.496" v="337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VADOT Antoine" userId="f2972222-c982-4106-aa9b-46df6d035209" providerId="ADAL" clId="{E36A05FE-D8B3-49CF-992A-D7A75E9CA28D}" dt="2026-06-04T08:08:28.496" v="337" actId="478"/>
          <ac:spMkLst>
            <pc:docMk/>
            <pc:sldMk cId="0" sldId="260"/>
            <ac:spMk id="8" creationId="{00000000-0000-0000-0000-000000000000}"/>
          </ac:spMkLst>
        </pc:spChg>
        <pc:spChg chg="del mod">
          <ac:chgData name="VADOT Antoine" userId="f2972222-c982-4106-aa9b-46df6d035209" providerId="ADAL" clId="{E36A05FE-D8B3-49CF-992A-D7A75E9CA28D}" dt="2026-06-04T08:08:28.496" v="337" actId="478"/>
          <ac:spMkLst>
            <pc:docMk/>
            <pc:sldMk cId="0" sldId="260"/>
            <ac:spMk id="9" creationId="{00000000-0000-0000-0000-000000000000}"/>
          </ac:spMkLst>
        </pc:spChg>
        <pc:spChg chg="del mod">
          <ac:chgData name="VADOT Antoine" userId="f2972222-c982-4106-aa9b-46df6d035209" providerId="ADAL" clId="{E36A05FE-D8B3-49CF-992A-D7A75E9CA28D}" dt="2026-06-04T08:08:28.496" v="337" actId="478"/>
          <ac:spMkLst>
            <pc:docMk/>
            <pc:sldMk cId="0" sldId="260"/>
            <ac:spMk id="10" creationId="{00000000-0000-0000-0000-000000000000}"/>
          </ac:spMkLst>
        </pc:spChg>
        <pc:spChg chg="del mod">
          <ac:chgData name="VADOT Antoine" userId="f2972222-c982-4106-aa9b-46df6d035209" providerId="ADAL" clId="{E36A05FE-D8B3-49CF-992A-D7A75E9CA28D}" dt="2026-06-04T08:08:28.496" v="337" actId="478"/>
          <ac:spMkLst>
            <pc:docMk/>
            <pc:sldMk cId="0" sldId="260"/>
            <ac:spMk id="11" creationId="{00000000-0000-0000-0000-000000000000}"/>
          </ac:spMkLst>
        </pc:spChg>
        <pc:spChg chg="mod">
          <ac:chgData name="VADOT Antoine" userId="f2972222-c982-4106-aa9b-46df6d035209" providerId="ADAL" clId="{E36A05FE-D8B3-49CF-992A-D7A75E9CA28D}" dt="2026-06-04T08:08:17.137" v="334" actId="79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VADOT Antoine" userId="f2972222-c982-4106-aa9b-46df6d035209" providerId="ADAL" clId="{E36A05FE-D8B3-49CF-992A-D7A75E9CA28D}" dt="2026-06-04T07:39:01.061" v="202" actId="207"/>
          <ac:spMkLst>
            <pc:docMk/>
            <pc:sldMk cId="0" sldId="260"/>
            <ac:spMk id="13" creationId="{00000000-0000-0000-0000-000000000000}"/>
          </ac:spMkLst>
        </pc:spChg>
        <pc:spChg chg="del">
          <ac:chgData name="VADOT Antoine" userId="f2972222-c982-4106-aa9b-46df6d035209" providerId="ADAL" clId="{E36A05FE-D8B3-49CF-992A-D7A75E9CA28D}" dt="2026-06-04T08:08:28.496" v="337" actId="478"/>
          <ac:spMkLst>
            <pc:docMk/>
            <pc:sldMk cId="0" sldId="260"/>
            <ac:spMk id="14" creationId="{00000000-0000-0000-0000-000000000000}"/>
          </ac:spMkLst>
        </pc:spChg>
        <pc:spChg chg="mod">
          <ac:chgData name="VADOT Antoine" userId="f2972222-c982-4106-aa9b-46df6d035209" providerId="ADAL" clId="{E36A05FE-D8B3-49CF-992A-D7A75E9CA28D}" dt="2026-06-04T08:08:17.137" v="334" actId="790"/>
          <ac:spMkLst>
            <pc:docMk/>
            <pc:sldMk cId="0" sldId="260"/>
            <ac:spMk id="15" creationId="{00000000-0000-0000-0000-000000000000}"/>
          </ac:spMkLst>
        </pc:spChg>
        <pc:spChg chg="del mod">
          <ac:chgData name="VADOT Antoine" userId="f2972222-c982-4106-aa9b-46df6d035209" providerId="ADAL" clId="{E36A05FE-D8B3-49CF-992A-D7A75E9CA28D}" dt="2026-06-04T08:08:28.496" v="337" actId="478"/>
          <ac:spMkLst>
            <pc:docMk/>
            <pc:sldMk cId="0" sldId="260"/>
            <ac:spMk id="16" creationId="{00000000-0000-0000-0000-000000000000}"/>
          </ac:spMkLst>
        </pc:spChg>
        <pc:spChg chg="del mod">
          <ac:chgData name="VADOT Antoine" userId="f2972222-c982-4106-aa9b-46df6d035209" providerId="ADAL" clId="{E36A05FE-D8B3-49CF-992A-D7A75E9CA28D}" dt="2026-06-04T08:08:28.496" v="337" actId="478"/>
          <ac:spMkLst>
            <pc:docMk/>
            <pc:sldMk cId="0" sldId="260"/>
            <ac:spMk id="17" creationId="{00000000-0000-0000-0000-000000000000}"/>
          </ac:spMkLst>
        </pc:spChg>
        <pc:spChg chg="del mod">
          <ac:chgData name="VADOT Antoine" userId="f2972222-c982-4106-aa9b-46df6d035209" providerId="ADAL" clId="{E36A05FE-D8B3-49CF-992A-D7A75E9CA28D}" dt="2026-06-04T08:08:28.496" v="337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VADOT Antoine" userId="f2972222-c982-4106-aa9b-46df6d035209" providerId="ADAL" clId="{E36A05FE-D8B3-49CF-992A-D7A75E9CA28D}" dt="2026-06-04T08:08:28.496" v="337" actId="478"/>
          <ac:spMkLst>
            <pc:docMk/>
            <pc:sldMk cId="0" sldId="260"/>
            <ac:spMk id="19" creationId="{00000000-0000-0000-0000-000000000000}"/>
          </ac:spMkLst>
        </pc:spChg>
        <pc:spChg chg="del mod">
          <ac:chgData name="VADOT Antoine" userId="f2972222-c982-4106-aa9b-46df6d035209" providerId="ADAL" clId="{E36A05FE-D8B3-49CF-992A-D7A75E9CA28D}" dt="2026-06-04T08:08:32.052" v="339" actId="478"/>
          <ac:spMkLst>
            <pc:docMk/>
            <pc:sldMk cId="0" sldId="260"/>
            <ac:spMk id="20" creationId="{00000000-0000-0000-0000-000000000000}"/>
          </ac:spMkLst>
        </pc:spChg>
        <pc:spChg chg="add del">
          <ac:chgData name="VADOT Antoine" userId="f2972222-c982-4106-aa9b-46df6d035209" providerId="ADAL" clId="{E36A05FE-D8B3-49CF-992A-D7A75E9CA28D}" dt="2026-06-04T08:10:45.755" v="341" actId="22"/>
          <ac:spMkLst>
            <pc:docMk/>
            <pc:sldMk cId="0" sldId="260"/>
            <ac:spMk id="22" creationId="{1BADB5D2-0041-2697-601A-4C623FF1E2DA}"/>
          </ac:spMkLst>
        </pc:spChg>
        <pc:spChg chg="add del">
          <ac:chgData name="VADOT Antoine" userId="f2972222-c982-4106-aa9b-46df6d035209" providerId="ADAL" clId="{E36A05FE-D8B3-49CF-992A-D7A75E9CA28D}" dt="2026-06-04T08:11:42.326" v="352" actId="22"/>
          <ac:spMkLst>
            <pc:docMk/>
            <pc:sldMk cId="0" sldId="260"/>
            <ac:spMk id="27" creationId="{3073C2B0-6FB4-50DA-69B1-5BED6E105C6C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0"/>
            <ac:spMk id="28" creationId="{BD1BD131-6427-6ADD-34E9-978A2556D78D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0"/>
            <ac:spMk id="29" creationId="{5CEF8626-6D82-B992-9BCC-1E1F9465F325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0"/>
            <ac:spMk id="30" creationId="{91C0202D-BB60-35FC-285A-AC79F7EDDDC7}"/>
          </ac:spMkLst>
        </pc:spChg>
        <pc:spChg chg="add mod">
          <ac:chgData name="VADOT Antoine" userId="f2972222-c982-4106-aa9b-46df6d035209" providerId="ADAL" clId="{E36A05FE-D8B3-49CF-992A-D7A75E9CA28D}" dt="2026-06-04T08:12:56.628" v="411" actId="1076"/>
          <ac:spMkLst>
            <pc:docMk/>
            <pc:sldMk cId="0" sldId="260"/>
            <ac:spMk id="31" creationId="{5540F508-5709-CA69-F86B-D27186C101F2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0"/>
            <ac:spMk id="32" creationId="{12B3014D-D4D3-B1D0-E930-7BA46623ADE0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0"/>
            <ac:spMk id="33" creationId="{5CB59A51-1839-284D-C0CF-BF236F8BDC35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0"/>
            <ac:spMk id="34" creationId="{95F9605B-7012-1298-60CE-9292C3828BDB}"/>
          </ac:spMkLst>
        </pc:spChg>
        <pc:spChg chg="add mod">
          <ac:chgData name="VADOT Antoine" userId="f2972222-c982-4106-aa9b-46df6d035209" providerId="ADAL" clId="{E36A05FE-D8B3-49CF-992A-D7A75E9CA28D}" dt="2026-06-04T08:30:39.068" v="619" actId="1036"/>
          <ac:spMkLst>
            <pc:docMk/>
            <pc:sldMk cId="0" sldId="260"/>
            <ac:spMk id="35" creationId="{C1FF3396-23CC-6DA3-867D-A91001D1A106}"/>
          </ac:spMkLst>
        </pc:spChg>
        <pc:spChg chg="add mod">
          <ac:chgData name="VADOT Antoine" userId="f2972222-c982-4106-aa9b-46df6d035209" providerId="ADAL" clId="{E36A05FE-D8B3-49CF-992A-D7A75E9CA28D}" dt="2026-06-04T08:34:51.453" v="812" actId="1076"/>
          <ac:spMkLst>
            <pc:docMk/>
            <pc:sldMk cId="0" sldId="260"/>
            <ac:spMk id="36" creationId="{6AD85F08-6EFB-8C5D-B84E-D6D456CE9118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0"/>
            <ac:spMk id="37" creationId="{EF455A12-B062-192D-238B-7A3EC3107125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0"/>
            <ac:spMk id="44" creationId="{D8B25C41-4496-9723-A74A-9DA569EB782E}"/>
          </ac:spMkLst>
        </pc:spChg>
        <pc:spChg chg="add mod">
          <ac:chgData name="VADOT Antoine" userId="f2972222-c982-4106-aa9b-46df6d035209" providerId="ADAL" clId="{E36A05FE-D8B3-49CF-992A-D7A75E9CA28D}" dt="2026-06-04T08:36:21.755" v="886" actId="20577"/>
          <ac:spMkLst>
            <pc:docMk/>
            <pc:sldMk cId="0" sldId="260"/>
            <ac:spMk id="45" creationId="{578DA296-D800-9DD8-1EDB-22D8A14EC61C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0"/>
            <ac:spMk id="46" creationId="{0071F08F-8AB4-0D54-D1C4-D37DB82E51FA}"/>
          </ac:spMkLst>
        </pc:spChg>
        <pc:picChg chg="add del mod">
          <ac:chgData name="VADOT Antoine" userId="f2972222-c982-4106-aa9b-46df6d035209" providerId="ADAL" clId="{E36A05FE-D8B3-49CF-992A-D7A75E9CA28D}" dt="2026-06-04T08:11:13.877" v="346" actId="478"/>
          <ac:picMkLst>
            <pc:docMk/>
            <pc:sldMk cId="0" sldId="260"/>
            <ac:picMk id="24" creationId="{95E7425C-E0CC-CD10-3FF6-FF4284008DB7}"/>
          </ac:picMkLst>
        </pc:picChg>
        <pc:picChg chg="add mod">
          <ac:chgData name="VADOT Antoine" userId="f2972222-c982-4106-aa9b-46df6d035209" providerId="ADAL" clId="{E36A05FE-D8B3-49CF-992A-D7A75E9CA28D}" dt="2026-06-04T08:32:21.808" v="744" actId="1076"/>
          <ac:picMkLst>
            <pc:docMk/>
            <pc:sldMk cId="0" sldId="260"/>
            <ac:picMk id="25" creationId="{006A4DC4-BDDC-7ED2-376A-B5A9759AB020}"/>
          </ac:picMkLst>
        </pc:picChg>
        <pc:picChg chg="add del mod">
          <ac:chgData name="VADOT Antoine" userId="f2972222-c982-4106-aa9b-46df6d035209" providerId="ADAL" clId="{E36A05FE-D8B3-49CF-992A-D7A75E9CA28D}" dt="2026-06-04T08:32:42.894" v="751" actId="478"/>
          <ac:picMkLst>
            <pc:docMk/>
            <pc:sldMk cId="0" sldId="260"/>
            <ac:picMk id="39" creationId="{7F7F76D1-7F9C-B33E-0AB0-78415E6FFC96}"/>
          </ac:picMkLst>
        </pc:picChg>
        <pc:picChg chg="add mod">
          <ac:chgData name="VADOT Antoine" userId="f2972222-c982-4106-aa9b-46df6d035209" providerId="ADAL" clId="{E36A05FE-D8B3-49CF-992A-D7A75E9CA28D}" dt="2026-06-04T08:35:05.556" v="821" actId="1038"/>
          <ac:picMkLst>
            <pc:docMk/>
            <pc:sldMk cId="0" sldId="260"/>
            <ac:picMk id="41" creationId="{D995CB70-4FB0-779A-5D7F-4250A3876175}"/>
          </ac:picMkLst>
        </pc:picChg>
        <pc:cxnChg chg="add mod">
          <ac:chgData name="VADOT Antoine" userId="f2972222-c982-4106-aa9b-46df6d035209" providerId="ADAL" clId="{E36A05FE-D8B3-49CF-992A-D7A75E9CA28D}" dt="2026-06-04T08:34:18.757" v="779" actId="1076"/>
          <ac:cxnSpMkLst>
            <pc:docMk/>
            <pc:sldMk cId="0" sldId="260"/>
            <ac:cxnSpMk id="43" creationId="{56919CC4-2289-BEF4-B45C-16A5ADBBF395}"/>
          </ac:cxnSpMkLst>
        </pc:cxnChg>
      </pc:sldChg>
      <pc:sldChg chg="addSp modSp add mod setBg">
        <pc:chgData name="VADOT Antoine" userId="f2972222-c982-4106-aa9b-46df6d035209" providerId="ADAL" clId="{E36A05FE-D8B3-49CF-992A-D7A75E9CA28D}" dt="2026-06-04T09:23:06.978" v="1837" actId="167"/>
        <pc:sldMkLst>
          <pc:docMk/>
          <pc:sldMk cId="402619873" sldId="261"/>
        </pc:sldMkLst>
        <pc:spChg chg="mod">
          <ac:chgData name="VADOT Antoine" userId="f2972222-c982-4106-aa9b-46df6d035209" providerId="ADAL" clId="{E36A05FE-D8B3-49CF-992A-D7A75E9CA28D}" dt="2026-06-04T08:37:01.088" v="907" actId="207"/>
          <ac:spMkLst>
            <pc:docMk/>
            <pc:sldMk cId="402619873" sldId="261"/>
            <ac:spMk id="2" creationId="{084DEF44-D6C7-4AF4-A6F2-731F42C0C3F8}"/>
          </ac:spMkLst>
        </pc:spChg>
        <pc:spChg chg="mod">
          <ac:chgData name="VADOT Antoine" userId="f2972222-c982-4106-aa9b-46df6d035209" providerId="ADAL" clId="{E36A05FE-D8B3-49CF-992A-D7A75E9CA28D}" dt="2026-06-04T08:40:14.585" v="930" actId="207"/>
          <ac:spMkLst>
            <pc:docMk/>
            <pc:sldMk cId="402619873" sldId="261"/>
            <ac:spMk id="4" creationId="{3FA7742E-5BC9-98D9-BC4F-BBA617F7D42B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402619873" sldId="261"/>
            <ac:spMk id="5" creationId="{610E0D93-22CA-40FF-9DE0-FB1CF9319019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402619873" sldId="261"/>
            <ac:spMk id="6" creationId="{BE2324FC-59F1-F3A4-F31E-319CBB6D1780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402619873" sldId="261"/>
            <ac:spMk id="7" creationId="{4B39F09D-91E9-2C96-18E9-0D84FFD533C7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402619873" sldId="261"/>
            <ac:spMk id="8" creationId="{7ECC88B0-01C3-B56F-2C08-CF1A4E4DA34F}"/>
          </ac:spMkLst>
        </pc:spChg>
        <pc:spChg chg="mod">
          <ac:chgData name="VADOT Antoine" userId="f2972222-c982-4106-aa9b-46df6d035209" providerId="ADAL" clId="{E36A05FE-D8B3-49CF-992A-D7A75E9CA28D}" dt="2026-06-04T08:39:34.157" v="922" actId="20577"/>
          <ac:spMkLst>
            <pc:docMk/>
            <pc:sldMk cId="402619873" sldId="261"/>
            <ac:spMk id="9" creationId="{1A7EA7A6-6998-7B7B-D365-E50BDF89AB88}"/>
          </ac:spMkLst>
        </pc:spChg>
        <pc:spChg chg="mod">
          <ac:chgData name="VADOT Antoine" userId="f2972222-c982-4106-aa9b-46df6d035209" providerId="ADAL" clId="{E36A05FE-D8B3-49CF-992A-D7A75E9CA28D}" dt="2026-06-04T08:40:06.634" v="929" actId="20577"/>
          <ac:spMkLst>
            <pc:docMk/>
            <pc:sldMk cId="402619873" sldId="261"/>
            <ac:spMk id="11" creationId="{B94D6229-CF42-9CFF-036C-A3175B3C8E96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402619873" sldId="261"/>
            <ac:spMk id="12" creationId="{FCA103FE-555A-673B-6A1B-51EA366827D4}"/>
          </ac:spMkLst>
        </pc:spChg>
        <pc:spChg chg="mod">
          <ac:chgData name="VADOT Antoine" userId="f2972222-c982-4106-aa9b-46df6d035209" providerId="ADAL" clId="{E36A05FE-D8B3-49CF-992A-D7A75E9CA28D}" dt="2026-06-04T08:39:27.753" v="917" actId="113"/>
          <ac:spMkLst>
            <pc:docMk/>
            <pc:sldMk cId="402619873" sldId="261"/>
            <ac:spMk id="13" creationId="{2B27B233-AA98-0E89-3535-E2C6E0B3C721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402619873" sldId="261"/>
            <ac:spMk id="15" creationId="{60575898-4840-D105-7054-E28539E8EDA9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402619873" sldId="261"/>
            <ac:spMk id="16" creationId="{3B10B95C-8487-546E-626D-9F5579B3761E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402619873" sldId="261"/>
            <ac:spMk id="17" creationId="{A3290EE8-41E1-6B43-3FC9-8F919262FAFD}"/>
          </ac:spMkLst>
        </pc:spChg>
        <pc:spChg chg="mod">
          <ac:chgData name="VADOT Antoine" userId="f2972222-c982-4106-aa9b-46df6d035209" providerId="ADAL" clId="{E36A05FE-D8B3-49CF-992A-D7A75E9CA28D}" dt="2026-06-04T08:42:02.716" v="951" actId="20577"/>
          <ac:spMkLst>
            <pc:docMk/>
            <pc:sldMk cId="402619873" sldId="261"/>
            <ac:spMk id="18" creationId="{6CA1BA3C-B8E9-239A-FAE3-6DD9BFDE8E9D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402619873" sldId="261"/>
            <ac:spMk id="19" creationId="{C5583EAF-084C-554D-AF59-E6B68A04F5B2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402619873" sldId="261"/>
            <ac:spMk id="20" creationId="{89070154-332F-7FFE-7004-8080A9B908DE}"/>
          </ac:spMkLst>
        </pc:spChg>
        <pc:spChg chg="add mod ord">
          <ac:chgData name="VADOT Antoine" userId="f2972222-c982-4106-aa9b-46df6d035209" providerId="ADAL" clId="{E36A05FE-D8B3-49CF-992A-D7A75E9CA28D}" dt="2026-06-04T09:23:06.978" v="1837" actId="167"/>
          <ac:spMkLst>
            <pc:docMk/>
            <pc:sldMk cId="402619873" sldId="261"/>
            <ac:spMk id="21" creationId="{8E6E64F4-E104-4860-D7F1-775AEB4EFF48}"/>
          </ac:spMkLst>
        </pc:spChg>
        <pc:spChg chg="add mod ord">
          <ac:chgData name="VADOT Antoine" userId="f2972222-c982-4106-aa9b-46df6d035209" providerId="ADAL" clId="{E36A05FE-D8B3-49CF-992A-D7A75E9CA28D}" dt="2026-06-04T09:23:06.978" v="1837" actId="167"/>
          <ac:spMkLst>
            <pc:docMk/>
            <pc:sldMk cId="402619873" sldId="261"/>
            <ac:spMk id="22" creationId="{C0F40D5D-CB58-7327-E319-F69F07F8944A}"/>
          </ac:spMkLst>
        </pc:spChg>
      </pc:sldChg>
      <pc:sldChg chg="addSp delSp modSp add mod ord setBg">
        <pc:chgData name="VADOT Antoine" userId="f2972222-c982-4106-aa9b-46df6d035209" providerId="ADAL" clId="{E36A05FE-D8B3-49CF-992A-D7A75E9CA28D}" dt="2026-06-04T09:22:43.482" v="1832"/>
        <pc:sldMkLst>
          <pc:docMk/>
          <pc:sldMk cId="0" sldId="262"/>
        </pc:sldMkLst>
        <pc:spChg chg="mod">
          <ac:chgData name="VADOT Antoine" userId="f2972222-c982-4106-aa9b-46df6d035209" providerId="ADAL" clId="{E36A05FE-D8B3-49CF-992A-D7A75E9CA28D}" dt="2026-06-04T08:52:05.773" v="1254" actId="790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VADOT Antoine" userId="f2972222-c982-4106-aa9b-46df6d035209" providerId="ADAL" clId="{E36A05FE-D8B3-49CF-992A-D7A75E9CA28D}" dt="2026-06-04T08:47:35.568" v="973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VADOT Antoine" userId="f2972222-c982-4106-aa9b-46df6d035209" providerId="ADAL" clId="{E36A05FE-D8B3-49CF-992A-D7A75E9CA28D}" dt="2026-06-04T08:47:39.003" v="975" actId="478"/>
          <ac:spMkLst>
            <pc:docMk/>
            <pc:sldMk cId="0" sldId="262"/>
            <ac:spMk id="5" creationId="{00000000-0000-0000-0000-000000000000}"/>
          </ac:spMkLst>
        </pc:spChg>
        <pc:spChg chg="add mod">
          <ac:chgData name="VADOT Antoine" userId="f2972222-c982-4106-aa9b-46df6d035209" providerId="ADAL" clId="{E36A05FE-D8B3-49CF-992A-D7A75E9CA28D}" dt="2026-06-04T09:10:56.405" v="1763" actId="1076"/>
          <ac:spMkLst>
            <pc:docMk/>
            <pc:sldMk cId="0" sldId="262"/>
            <ac:spMk id="7" creationId="{03E9AE6E-E005-1EA3-4A2B-08793F0C3888}"/>
          </ac:spMkLst>
        </pc:spChg>
        <pc:spChg chg="add mod">
          <ac:chgData name="VADOT Antoine" userId="f2972222-c982-4106-aa9b-46df6d035209" providerId="ADAL" clId="{E36A05FE-D8B3-49CF-992A-D7A75E9CA28D}" dt="2026-06-04T09:10:56.405" v="1763" actId="1076"/>
          <ac:spMkLst>
            <pc:docMk/>
            <pc:sldMk cId="0" sldId="262"/>
            <ac:spMk id="8" creationId="{50D14CC7-3F62-90A9-89DC-CABC45E2E26B}"/>
          </ac:spMkLst>
        </pc:spChg>
        <pc:spChg chg="add mod">
          <ac:chgData name="VADOT Antoine" userId="f2972222-c982-4106-aa9b-46df6d035209" providerId="ADAL" clId="{E36A05FE-D8B3-49CF-992A-D7A75E9CA28D}" dt="2026-06-04T09:10:56.405" v="1763" actId="1076"/>
          <ac:spMkLst>
            <pc:docMk/>
            <pc:sldMk cId="0" sldId="262"/>
            <ac:spMk id="9" creationId="{F38B5201-CB3D-1AED-3266-2B20BE1D9ECB}"/>
          </ac:spMkLst>
        </pc:spChg>
        <pc:spChg chg="add mod">
          <ac:chgData name="VADOT Antoine" userId="f2972222-c982-4106-aa9b-46df6d035209" providerId="ADAL" clId="{E36A05FE-D8B3-49CF-992A-D7A75E9CA28D}" dt="2026-06-04T08:49:48.854" v="1173" actId="1035"/>
          <ac:spMkLst>
            <pc:docMk/>
            <pc:sldMk cId="0" sldId="262"/>
            <ac:spMk id="10" creationId="{38A0846A-AB89-F617-6AEB-99F330AF2135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2"/>
            <ac:spMk id="11" creationId="{1F6416F0-FA16-D3FC-A719-7C269CB78455}"/>
          </ac:spMkLst>
        </pc:spChg>
        <pc:spChg chg="add mod">
          <ac:chgData name="VADOT Antoine" userId="f2972222-c982-4106-aa9b-46df6d035209" providerId="ADAL" clId="{E36A05FE-D8B3-49CF-992A-D7A75E9CA28D}" dt="2026-06-04T08:49:25.854" v="1143" actId="20577"/>
          <ac:spMkLst>
            <pc:docMk/>
            <pc:sldMk cId="0" sldId="262"/>
            <ac:spMk id="12" creationId="{716E21F8-4E07-BB17-AB28-128116B644F5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2"/>
            <ac:spMk id="13" creationId="{E6B4C8D1-B93E-66CB-3B3F-D05E900E6D24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2"/>
            <ac:spMk id="14" creationId="{864886C2-F205-DAA1-7116-973D897D17E4}"/>
          </ac:spMkLst>
        </pc:spChg>
        <pc:spChg chg="add mod">
          <ac:chgData name="VADOT Antoine" userId="f2972222-c982-4106-aa9b-46df6d035209" providerId="ADAL" clId="{E36A05FE-D8B3-49CF-992A-D7A75E9CA28D}" dt="2026-06-04T08:49:57.553" v="1203" actId="20577"/>
          <ac:spMkLst>
            <pc:docMk/>
            <pc:sldMk cId="0" sldId="262"/>
            <ac:spMk id="15" creationId="{67D3646D-6C0F-2292-EF27-3CF4547C09C7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2"/>
            <ac:spMk id="16" creationId="{07408694-E520-176F-EDB6-9242F0F4808C}"/>
          </ac:spMkLst>
        </pc:spChg>
        <pc:spChg chg="add mod">
          <ac:chgData name="VADOT Antoine" userId="f2972222-c982-4106-aa9b-46df6d035209" providerId="ADAL" clId="{E36A05FE-D8B3-49CF-992A-D7A75E9CA28D}" dt="2026-06-04T08:51:17.125" v="1233" actId="20577"/>
          <ac:spMkLst>
            <pc:docMk/>
            <pc:sldMk cId="0" sldId="262"/>
            <ac:spMk id="17" creationId="{9FB6353C-30D1-74A1-1DD7-88D694543C25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2"/>
            <ac:spMk id="18" creationId="{1F983780-ED90-34A7-CF3C-3E2D27AA90FC}"/>
          </ac:spMkLst>
        </pc:spChg>
        <pc:spChg chg="add mod">
          <ac:chgData name="VADOT Antoine" userId="f2972222-c982-4106-aa9b-46df6d035209" providerId="ADAL" clId="{E36A05FE-D8B3-49CF-992A-D7A75E9CA28D}" dt="2026-06-04T08:51:59.278" v="1252" actId="20577"/>
          <ac:spMkLst>
            <pc:docMk/>
            <pc:sldMk cId="0" sldId="262"/>
            <ac:spMk id="19" creationId="{FF2A238B-D8AE-D1F3-0371-0CD3656E9B2C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2"/>
            <ac:spMk id="20" creationId="{451837D8-24BC-D600-522F-55B0C87E73F5}"/>
          </ac:spMkLst>
        </pc:spChg>
        <pc:spChg chg="add mod">
          <ac:chgData name="VADOT Antoine" userId="f2972222-c982-4106-aa9b-46df6d035209" providerId="ADAL" clId="{E36A05FE-D8B3-49CF-992A-D7A75E9CA28D}" dt="2026-06-04T08:55:42.833" v="1320" actId="20577"/>
          <ac:spMkLst>
            <pc:docMk/>
            <pc:sldMk cId="0" sldId="262"/>
            <ac:spMk id="21" creationId="{43FE8A09-D7F5-937A-7807-8B3F2ABFD0AA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2"/>
            <ac:spMk id="22" creationId="{9BEACB65-5249-2F20-D88D-1F9BF907436C}"/>
          </ac:spMkLst>
        </pc:spChg>
        <pc:spChg chg="add mod">
          <ac:chgData name="VADOT Antoine" userId="f2972222-c982-4106-aa9b-46df6d035209" providerId="ADAL" clId="{E36A05FE-D8B3-49CF-992A-D7A75E9CA28D}" dt="2026-06-04T08:56:12.857" v="1336" actId="20577"/>
          <ac:spMkLst>
            <pc:docMk/>
            <pc:sldMk cId="0" sldId="262"/>
            <ac:spMk id="23" creationId="{8D4CCA52-28CA-9733-617E-F70094B97CB4}"/>
          </ac:spMkLst>
        </pc:spChg>
        <pc:spChg chg="add mod">
          <ac:chgData name="VADOT Antoine" userId="f2972222-c982-4106-aa9b-46df6d035209" providerId="ADAL" clId="{E36A05FE-D8B3-49CF-992A-D7A75E9CA28D}" dt="2026-06-04T08:58:56.578" v="1396" actId="20577"/>
          <ac:spMkLst>
            <pc:docMk/>
            <pc:sldMk cId="0" sldId="262"/>
            <ac:spMk id="24" creationId="{21551CF3-D317-CAE4-655A-510C8B98768A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2"/>
            <ac:spMk id="25" creationId="{ED1CDC59-FF30-02EE-BFB2-15CB9AA6EE20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0" sldId="262"/>
            <ac:spMk id="26" creationId="{D1B6A35B-4B4A-05C8-3E74-A876138ED09D}"/>
          </ac:spMkLst>
        </pc:spChg>
        <pc:spChg chg="add mod">
          <ac:chgData name="VADOT Antoine" userId="f2972222-c982-4106-aa9b-46df6d035209" providerId="ADAL" clId="{E36A05FE-D8B3-49CF-992A-D7A75E9CA28D}" dt="2026-06-04T08:59:12.024" v="1434" actId="20577"/>
          <ac:spMkLst>
            <pc:docMk/>
            <pc:sldMk cId="0" sldId="262"/>
            <ac:spMk id="27" creationId="{E64C0DA8-2352-0151-D336-5B0BC7C117CE}"/>
          </ac:spMkLst>
        </pc:spChg>
        <pc:spChg chg="add mod">
          <ac:chgData name="VADOT Antoine" userId="f2972222-c982-4106-aa9b-46df6d035209" providerId="ADAL" clId="{E36A05FE-D8B3-49CF-992A-D7A75E9CA28D}" dt="2026-06-04T08:59:52.164" v="1479" actId="20577"/>
          <ac:spMkLst>
            <pc:docMk/>
            <pc:sldMk cId="0" sldId="262"/>
            <ac:spMk id="28" creationId="{0EFA3116-7DBD-11E6-8431-52A5E31DBA20}"/>
          </ac:spMkLst>
        </pc:spChg>
        <pc:spChg chg="add mod">
          <ac:chgData name="VADOT Antoine" userId="f2972222-c982-4106-aa9b-46df6d035209" providerId="ADAL" clId="{E36A05FE-D8B3-49CF-992A-D7A75E9CA28D}" dt="2026-06-04T08:59:55.416" v="1489" actId="20577"/>
          <ac:spMkLst>
            <pc:docMk/>
            <pc:sldMk cId="0" sldId="262"/>
            <ac:spMk id="29" creationId="{751F5548-DA83-3323-F0EB-744E40C28A7D}"/>
          </ac:spMkLst>
        </pc:spChg>
        <pc:spChg chg="add mod">
          <ac:chgData name="VADOT Antoine" userId="f2972222-c982-4106-aa9b-46df6d035209" providerId="ADAL" clId="{E36A05FE-D8B3-49CF-992A-D7A75E9CA28D}" dt="2026-06-04T09:11:10.231" v="1770" actId="1037"/>
          <ac:spMkLst>
            <pc:docMk/>
            <pc:sldMk cId="0" sldId="262"/>
            <ac:spMk id="30" creationId="{B413F55C-9276-DBD3-28F7-A38944317B64}"/>
          </ac:spMkLst>
        </pc:spChg>
        <pc:spChg chg="add mod">
          <ac:chgData name="VADOT Antoine" userId="f2972222-c982-4106-aa9b-46df6d035209" providerId="ADAL" clId="{E36A05FE-D8B3-49CF-992A-D7A75E9CA28D}" dt="2026-06-04T09:00:07.599" v="1509" actId="20577"/>
          <ac:spMkLst>
            <pc:docMk/>
            <pc:sldMk cId="0" sldId="262"/>
            <ac:spMk id="31" creationId="{C4EFBECB-5ABE-83A7-BBC8-F5CC1E070CFE}"/>
          </ac:spMkLst>
        </pc:spChg>
        <pc:spChg chg="add mod">
          <ac:chgData name="VADOT Antoine" userId="f2972222-c982-4106-aa9b-46df6d035209" providerId="ADAL" clId="{E36A05FE-D8B3-49CF-992A-D7A75E9CA28D}" dt="2026-06-04T09:22:43.482" v="1832"/>
          <ac:spMkLst>
            <pc:docMk/>
            <pc:sldMk cId="0" sldId="262"/>
            <ac:spMk id="32" creationId="{9D1149C1-E22B-523C-B9B8-22247A58725C}"/>
          </ac:spMkLst>
        </pc:spChg>
        <pc:spChg chg="add mod">
          <ac:chgData name="VADOT Antoine" userId="f2972222-c982-4106-aa9b-46df6d035209" providerId="ADAL" clId="{E36A05FE-D8B3-49CF-992A-D7A75E9CA28D}" dt="2026-06-04T09:22:43.482" v="1832"/>
          <ac:spMkLst>
            <pc:docMk/>
            <pc:sldMk cId="0" sldId="262"/>
            <ac:spMk id="33" creationId="{6B29F528-FFD1-EAA4-406F-628473BA1201}"/>
          </ac:spMkLst>
        </pc:spChg>
        <pc:picChg chg="del">
          <ac:chgData name="VADOT Antoine" userId="f2972222-c982-4106-aa9b-46df6d035209" providerId="ADAL" clId="{E36A05FE-D8B3-49CF-992A-D7A75E9CA28D}" dt="2026-06-04T08:47:36.135" v="974" actId="478"/>
          <ac:picMkLst>
            <pc:docMk/>
            <pc:sldMk cId="0" sldId="262"/>
            <ac:picMk id="6" creationId="{00000000-0000-0000-0000-000000000000}"/>
          </ac:picMkLst>
        </pc:picChg>
      </pc:sldChg>
      <pc:sldChg chg="addSp delSp modSp add mod">
        <pc:chgData name="VADOT Antoine" userId="f2972222-c982-4106-aa9b-46df6d035209" providerId="ADAL" clId="{E36A05FE-D8B3-49CF-992A-D7A75E9CA28D}" dt="2026-06-04T09:23:30.399" v="1842" actId="1076"/>
        <pc:sldMkLst>
          <pc:docMk/>
          <pc:sldMk cId="361833090" sldId="263"/>
        </pc:sldMkLst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361833090" sldId="263"/>
            <ac:spMk id="2" creationId="{B7EB3A56-B4D5-BF09-B5A3-A282B49619A6}"/>
          </ac:spMkLst>
        </pc:spChg>
        <pc:spChg chg="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361833090" sldId="263"/>
            <ac:spMk id="3" creationId="{3A7910CF-B53C-6A4A-6485-0EF3D7CC4CB1}"/>
          </ac:spMkLst>
        </pc:spChg>
        <pc:spChg chg="add mod">
          <ac:chgData name="VADOT Antoine" userId="f2972222-c982-4106-aa9b-46df6d035209" providerId="ADAL" clId="{E36A05FE-D8B3-49CF-992A-D7A75E9CA28D}" dt="2026-06-04T09:10:08.247" v="1760" actId="20577"/>
          <ac:spMkLst>
            <pc:docMk/>
            <pc:sldMk cId="361833090" sldId="263"/>
            <ac:spMk id="4" creationId="{CAD0521E-95ED-284F-B104-50B1FB9C4D5B}"/>
          </ac:spMkLst>
        </pc:spChg>
        <pc:spChg chg="add mod">
          <ac:chgData name="VADOT Antoine" userId="f2972222-c982-4106-aa9b-46df6d035209" providerId="ADAL" clId="{E36A05FE-D8B3-49CF-992A-D7A75E9CA28D}" dt="2026-06-04T09:11:04.678" v="1765" actId="14861"/>
          <ac:spMkLst>
            <pc:docMk/>
            <pc:sldMk cId="361833090" sldId="263"/>
            <ac:spMk id="5" creationId="{F0B00C75-BDA0-89A7-5B98-23C978E430F4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361833090" sldId="263"/>
            <ac:spMk id="6" creationId="{DEE6EE59-3EA1-D348-EABF-05DDDB941DB9}"/>
          </ac:spMkLst>
        </pc:spChg>
        <pc:spChg chg="del">
          <ac:chgData name="VADOT Antoine" userId="f2972222-c982-4106-aa9b-46df6d035209" providerId="ADAL" clId="{E36A05FE-D8B3-49CF-992A-D7A75E9CA28D}" dt="2026-06-04T09:02:10.944" v="1564" actId="478"/>
          <ac:spMkLst>
            <pc:docMk/>
            <pc:sldMk cId="361833090" sldId="263"/>
            <ac:spMk id="7" creationId="{A0AAE1FF-8046-F09A-A2B8-D95C140CBD7D}"/>
          </ac:spMkLst>
        </pc:spChg>
        <pc:spChg chg="del">
          <ac:chgData name="VADOT Antoine" userId="f2972222-c982-4106-aa9b-46df6d035209" providerId="ADAL" clId="{E36A05FE-D8B3-49CF-992A-D7A75E9CA28D}" dt="2026-06-04T09:02:10.944" v="1564" actId="478"/>
          <ac:spMkLst>
            <pc:docMk/>
            <pc:sldMk cId="361833090" sldId="263"/>
            <ac:spMk id="8" creationId="{5770A737-787F-630F-4A35-09D102E88679}"/>
          </ac:spMkLst>
        </pc:spChg>
        <pc:spChg chg="del">
          <ac:chgData name="VADOT Antoine" userId="f2972222-c982-4106-aa9b-46df6d035209" providerId="ADAL" clId="{E36A05FE-D8B3-49CF-992A-D7A75E9CA28D}" dt="2026-06-04T09:02:10.944" v="1564" actId="478"/>
          <ac:spMkLst>
            <pc:docMk/>
            <pc:sldMk cId="361833090" sldId="263"/>
            <ac:spMk id="9" creationId="{90DB45CA-834D-A951-45FE-703EA7180987}"/>
          </ac:spMkLst>
        </pc:spChg>
        <pc:spChg chg="del">
          <ac:chgData name="VADOT Antoine" userId="f2972222-c982-4106-aa9b-46df6d035209" providerId="ADAL" clId="{E36A05FE-D8B3-49CF-992A-D7A75E9CA28D}" dt="2026-06-04T09:02:10.944" v="1564" actId="478"/>
          <ac:spMkLst>
            <pc:docMk/>
            <pc:sldMk cId="361833090" sldId="263"/>
            <ac:spMk id="14" creationId="{D6298C42-0B66-6713-4223-6287144BFE0D}"/>
          </ac:spMkLst>
        </pc:spChg>
        <pc:spChg chg="del">
          <ac:chgData name="VADOT Antoine" userId="f2972222-c982-4106-aa9b-46df6d035209" providerId="ADAL" clId="{E36A05FE-D8B3-49CF-992A-D7A75E9CA28D}" dt="2026-06-04T09:02:10.944" v="1564" actId="478"/>
          <ac:spMkLst>
            <pc:docMk/>
            <pc:sldMk cId="361833090" sldId="263"/>
            <ac:spMk id="15" creationId="{5AD6F0D1-7401-B4EE-BA77-9DB5A583B096}"/>
          </ac:spMkLst>
        </pc:spChg>
        <pc:spChg chg="del">
          <ac:chgData name="VADOT Antoine" userId="f2972222-c982-4106-aa9b-46df6d035209" providerId="ADAL" clId="{E36A05FE-D8B3-49CF-992A-D7A75E9CA28D}" dt="2026-06-04T09:02:10.944" v="1564" actId="478"/>
          <ac:spMkLst>
            <pc:docMk/>
            <pc:sldMk cId="361833090" sldId="263"/>
            <ac:spMk id="18" creationId="{CDE063EE-1001-0FD5-6268-DA04350BF097}"/>
          </ac:spMkLst>
        </pc:spChg>
        <pc:spChg chg="del">
          <ac:chgData name="VADOT Antoine" userId="f2972222-c982-4106-aa9b-46df6d035209" providerId="ADAL" clId="{E36A05FE-D8B3-49CF-992A-D7A75E9CA28D}" dt="2026-06-04T09:02:10.944" v="1564" actId="478"/>
          <ac:spMkLst>
            <pc:docMk/>
            <pc:sldMk cId="361833090" sldId="263"/>
            <ac:spMk id="20" creationId="{1972B5AC-AC20-8589-2C7D-A0263EC6D461}"/>
          </ac:spMkLst>
        </pc:spChg>
        <pc:spChg chg="del">
          <ac:chgData name="VADOT Antoine" userId="f2972222-c982-4106-aa9b-46df6d035209" providerId="ADAL" clId="{E36A05FE-D8B3-49CF-992A-D7A75E9CA28D}" dt="2026-06-04T09:02:10.944" v="1564" actId="478"/>
          <ac:spMkLst>
            <pc:docMk/>
            <pc:sldMk cId="361833090" sldId="263"/>
            <ac:spMk id="26" creationId="{95A8FCA3-F0AE-B692-A9A5-244D4C3D3B3B}"/>
          </ac:spMkLst>
        </pc:spChg>
        <pc:spChg chg="del">
          <ac:chgData name="VADOT Antoine" userId="f2972222-c982-4106-aa9b-46df6d035209" providerId="ADAL" clId="{E36A05FE-D8B3-49CF-992A-D7A75E9CA28D}" dt="2026-06-04T09:02:10.944" v="1564" actId="478"/>
          <ac:spMkLst>
            <pc:docMk/>
            <pc:sldMk cId="361833090" sldId="263"/>
            <ac:spMk id="29" creationId="{27D2AEA4-370B-9138-7912-0AE8486680C3}"/>
          </ac:spMkLst>
        </pc:spChg>
        <pc:spChg chg="del">
          <ac:chgData name="VADOT Antoine" userId="f2972222-c982-4106-aa9b-46df6d035209" providerId="ADAL" clId="{E36A05FE-D8B3-49CF-992A-D7A75E9CA28D}" dt="2026-06-04T09:02:10.944" v="1564" actId="478"/>
          <ac:spMkLst>
            <pc:docMk/>
            <pc:sldMk cId="361833090" sldId="263"/>
            <ac:spMk id="31" creationId="{3F8BA79C-A27A-8C25-4828-EAF874DF01D7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361833090" sldId="263"/>
            <ac:spMk id="32" creationId="{F1A4C487-50A6-4465-AEF6-D01F21B70029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361833090" sldId="263"/>
            <ac:spMk id="33" creationId="{9D0CB935-17CD-6045-D15E-83454238795F}"/>
          </ac:spMkLst>
        </pc:spChg>
        <pc:spChg chg="add mod">
          <ac:chgData name="VADOT Antoine" userId="f2972222-c982-4106-aa9b-46df6d035209" providerId="ADAL" clId="{E36A05FE-D8B3-49CF-992A-D7A75E9CA28D}" dt="2026-06-04T09:07:19.668" v="1676" actId="790"/>
          <ac:spMkLst>
            <pc:docMk/>
            <pc:sldMk cId="361833090" sldId="263"/>
            <ac:spMk id="34" creationId="{70E664DB-17EF-0610-1086-182079EF9452}"/>
          </ac:spMkLst>
        </pc:spChg>
        <pc:spChg chg="add mod">
          <ac:chgData name="VADOT Antoine" userId="f2972222-c982-4106-aa9b-46df6d035209" providerId="ADAL" clId="{E36A05FE-D8B3-49CF-992A-D7A75E9CA28D}" dt="2026-06-04T09:09:09.984" v="1743" actId="404"/>
          <ac:spMkLst>
            <pc:docMk/>
            <pc:sldMk cId="361833090" sldId="263"/>
            <ac:spMk id="36" creationId="{5F0BD9D7-0573-098D-8078-2C620854DA96}"/>
          </ac:spMkLst>
        </pc:spChg>
        <pc:spChg chg="add mod">
          <ac:chgData name="VADOT Antoine" userId="f2972222-c982-4106-aa9b-46df6d035209" providerId="ADAL" clId="{E36A05FE-D8B3-49CF-992A-D7A75E9CA28D}" dt="2026-06-04T09:09:36.257" v="1751" actId="1036"/>
          <ac:spMkLst>
            <pc:docMk/>
            <pc:sldMk cId="361833090" sldId="263"/>
            <ac:spMk id="37" creationId="{B7B20060-5982-0304-1140-AE1CB3774750}"/>
          </ac:spMkLst>
        </pc:spChg>
        <pc:spChg chg="add mod ord">
          <ac:chgData name="VADOT Antoine" userId="f2972222-c982-4106-aa9b-46df6d035209" providerId="ADAL" clId="{E36A05FE-D8B3-49CF-992A-D7A75E9CA28D}" dt="2026-06-04T09:23:27.871" v="1841" actId="1076"/>
          <ac:spMkLst>
            <pc:docMk/>
            <pc:sldMk cId="361833090" sldId="263"/>
            <ac:spMk id="38" creationId="{81A34AE2-2F78-ADB6-58D4-FBFABFF19261}"/>
          </ac:spMkLst>
        </pc:spChg>
        <pc:spChg chg="add mod ord">
          <ac:chgData name="VADOT Antoine" userId="f2972222-c982-4106-aa9b-46df6d035209" providerId="ADAL" clId="{E36A05FE-D8B3-49CF-992A-D7A75E9CA28D}" dt="2026-06-04T09:23:30.399" v="1842" actId="1076"/>
          <ac:spMkLst>
            <pc:docMk/>
            <pc:sldMk cId="361833090" sldId="263"/>
            <ac:spMk id="39" creationId="{B5208582-D273-6683-EA32-43BCFD4A2FED}"/>
          </ac:spMkLst>
        </pc:spChg>
      </pc:sldChg>
      <pc:sldChg chg="addSp modSp add mod setBg modShow">
        <pc:chgData name="VADOT Antoine" userId="f2972222-c982-4106-aa9b-46df6d035209" providerId="ADAL" clId="{E36A05FE-D8B3-49CF-992A-D7A75E9CA28D}" dt="2026-06-04T09:22:45.477" v="1833"/>
        <pc:sldMkLst>
          <pc:docMk/>
          <pc:sldMk cId="0" sldId="264"/>
        </pc:sldMkLst>
        <pc:spChg chg="mod">
          <ac:chgData name="VADOT Antoine" userId="f2972222-c982-4106-aa9b-46df6d035209" providerId="ADAL" clId="{E36A05FE-D8B3-49CF-992A-D7A75E9CA28D}" dt="2026-06-04T09:12:20.544" v="1774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VADOT Antoine" userId="f2972222-c982-4106-aa9b-46df6d035209" providerId="ADAL" clId="{E36A05FE-D8B3-49CF-992A-D7A75E9CA28D}" dt="2026-06-04T09:12:34.905" v="1779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VADOT Antoine" userId="f2972222-c982-4106-aa9b-46df6d035209" providerId="ADAL" clId="{E36A05FE-D8B3-49CF-992A-D7A75E9CA28D}" dt="2026-06-04T09:12:23.465" v="1776" actId="1076"/>
          <ac:spMkLst>
            <pc:docMk/>
            <pc:sldMk cId="0" sldId="264"/>
            <ac:spMk id="4" creationId="{00000000-0000-0000-0000-000000000000}"/>
          </ac:spMkLst>
        </pc:spChg>
        <pc:spChg chg="add mod">
          <ac:chgData name="VADOT Antoine" userId="f2972222-c982-4106-aa9b-46df6d035209" providerId="ADAL" clId="{E36A05FE-D8B3-49CF-992A-D7A75E9CA28D}" dt="2026-06-04T09:22:45.477" v="1833"/>
          <ac:spMkLst>
            <pc:docMk/>
            <pc:sldMk cId="0" sldId="264"/>
            <ac:spMk id="10" creationId="{604532B6-AA02-9739-EE10-1AD90C519570}"/>
          </ac:spMkLst>
        </pc:spChg>
        <pc:spChg chg="add mod">
          <ac:chgData name="VADOT Antoine" userId="f2972222-c982-4106-aa9b-46df6d035209" providerId="ADAL" clId="{E36A05FE-D8B3-49CF-992A-D7A75E9CA28D}" dt="2026-06-04T09:22:45.477" v="1833"/>
          <ac:spMkLst>
            <pc:docMk/>
            <pc:sldMk cId="0" sldId="264"/>
            <ac:spMk id="11" creationId="{0DCF41F2-0AF7-71F0-409E-A9CF51B71B30}"/>
          </ac:spMkLst>
        </pc:spChg>
      </pc:sldChg>
      <pc:sldChg chg="new del">
        <pc:chgData name="VADOT Antoine" userId="f2972222-c982-4106-aa9b-46df6d035209" providerId="ADAL" clId="{E36A05FE-D8B3-49CF-992A-D7A75E9CA28D}" dt="2026-06-04T09:13:47.765" v="1783" actId="47"/>
        <pc:sldMkLst>
          <pc:docMk/>
          <pc:sldMk cId="522997717" sldId="265"/>
        </pc:sldMkLst>
      </pc:sldChg>
      <pc:sldChg chg="addSp delSp modSp add mod">
        <pc:chgData name="VADOT Antoine" userId="f2972222-c982-4106-aa9b-46df6d035209" providerId="ADAL" clId="{E36A05FE-D8B3-49CF-992A-D7A75E9CA28D}" dt="2026-06-04T09:21:26.695" v="1831" actId="1076"/>
        <pc:sldMkLst>
          <pc:docMk/>
          <pc:sldMk cId="4139754823" sldId="266"/>
        </pc:sldMkLst>
        <pc:spChg chg="del">
          <ac:chgData name="VADOT Antoine" userId="f2972222-c982-4106-aa9b-46df6d035209" providerId="ADAL" clId="{E36A05FE-D8B3-49CF-992A-D7A75E9CA28D}" dt="2026-06-04T09:14:19.640" v="1792" actId="478"/>
          <ac:spMkLst>
            <pc:docMk/>
            <pc:sldMk cId="4139754823" sldId="266"/>
            <ac:spMk id="2" creationId="{8497C87F-E675-D4DD-102F-637C89675F98}"/>
          </ac:spMkLst>
        </pc:spChg>
        <pc:spChg chg="del">
          <ac:chgData name="VADOT Antoine" userId="f2972222-c982-4106-aa9b-46df6d035209" providerId="ADAL" clId="{E36A05FE-D8B3-49CF-992A-D7A75E9CA28D}" dt="2026-06-04T09:14:30.860" v="1814" actId="478"/>
          <ac:spMkLst>
            <pc:docMk/>
            <pc:sldMk cId="4139754823" sldId="266"/>
            <ac:spMk id="3" creationId="{35670616-C487-4B58-0029-70902E7237B1}"/>
          </ac:spMkLst>
        </pc:spChg>
        <pc:spChg chg="add mod">
          <ac:chgData name="VADOT Antoine" userId="f2972222-c982-4106-aa9b-46df6d035209" providerId="ADAL" clId="{E36A05FE-D8B3-49CF-992A-D7A75E9CA28D}" dt="2026-06-04T09:14:26.505" v="1813" actId="20577"/>
          <ac:spMkLst>
            <pc:docMk/>
            <pc:sldMk cId="4139754823" sldId="266"/>
            <ac:spMk id="4" creationId="{DB970FEA-3B08-24C9-8D8D-6D516BA797A5}"/>
          </ac:spMkLst>
        </pc:spChg>
        <pc:spChg chg="mod">
          <ac:chgData name="VADOT Antoine" userId="f2972222-c982-4106-aa9b-46df6d035209" providerId="ADAL" clId="{E36A05FE-D8B3-49CF-992A-D7A75E9CA28D}" dt="2026-06-04T09:14:03.703" v="1784" actId="1076"/>
          <ac:spMkLst>
            <pc:docMk/>
            <pc:sldMk cId="4139754823" sldId="266"/>
            <ac:spMk id="7" creationId="{033C0D5D-4BEB-A534-83CA-BF26715C6C2F}"/>
          </ac:spMkLst>
        </pc:spChg>
        <pc:spChg chg="mod">
          <ac:chgData name="VADOT Antoine" userId="f2972222-c982-4106-aa9b-46df6d035209" providerId="ADAL" clId="{E36A05FE-D8B3-49CF-992A-D7A75E9CA28D}" dt="2026-06-04T09:14:11.183" v="1790" actId="1076"/>
          <ac:spMkLst>
            <pc:docMk/>
            <pc:sldMk cId="4139754823" sldId="266"/>
            <ac:spMk id="8" creationId="{19480CAE-EF20-380D-7A45-AF7838258FD3}"/>
          </ac:spMkLst>
        </pc:spChg>
        <pc:graphicFrameChg chg="add mod">
          <ac:chgData name="VADOT Antoine" userId="f2972222-c982-4106-aa9b-46df6d035209" providerId="ADAL" clId="{E36A05FE-D8B3-49CF-992A-D7A75E9CA28D}" dt="2026-06-04T09:14:47.863" v="1815"/>
          <ac:graphicFrameMkLst>
            <pc:docMk/>
            <pc:sldMk cId="4139754823" sldId="266"/>
            <ac:graphicFrameMk id="6" creationId="{9F525A21-5667-31C3-B54A-6B65887487FA}"/>
          </ac:graphicFrameMkLst>
        </pc:graphicFrameChg>
        <pc:graphicFrameChg chg="add mod">
          <ac:chgData name="VADOT Antoine" userId="f2972222-c982-4106-aa9b-46df6d035209" providerId="ADAL" clId="{E36A05FE-D8B3-49CF-992A-D7A75E9CA28D}" dt="2026-06-04T09:15:33.678" v="1818" actId="1076"/>
          <ac:graphicFrameMkLst>
            <pc:docMk/>
            <pc:sldMk cId="4139754823" sldId="266"/>
            <ac:graphicFrameMk id="9" creationId="{C48CCE6C-D8D9-3122-2BAC-9DAE57015E07}"/>
          </ac:graphicFrameMkLst>
        </pc:graphicFrameChg>
        <pc:picChg chg="add del mod">
          <ac:chgData name="VADOT Antoine" userId="f2972222-c982-4106-aa9b-46df6d035209" providerId="ADAL" clId="{E36A05FE-D8B3-49CF-992A-D7A75E9CA28D}" dt="2026-06-04T09:20:46.699" v="1823" actId="478"/>
          <ac:picMkLst>
            <pc:docMk/>
            <pc:sldMk cId="4139754823" sldId="266"/>
            <ac:picMk id="11" creationId="{9851C5A4-8E56-4BD2-6141-19A63B2F6C71}"/>
          </ac:picMkLst>
        </pc:picChg>
        <pc:picChg chg="add del mod">
          <ac:chgData name="VADOT Antoine" userId="f2972222-c982-4106-aa9b-46df6d035209" providerId="ADAL" clId="{E36A05FE-D8B3-49CF-992A-D7A75E9CA28D}" dt="2026-06-04T09:21:17.861" v="1828" actId="478"/>
          <ac:picMkLst>
            <pc:docMk/>
            <pc:sldMk cId="4139754823" sldId="266"/>
            <ac:picMk id="13" creationId="{6274702B-2A1D-E6E3-FE68-2C5EFF19D2B5}"/>
          </ac:picMkLst>
        </pc:picChg>
        <pc:picChg chg="add mod">
          <ac:chgData name="VADOT Antoine" userId="f2972222-c982-4106-aa9b-46df6d035209" providerId="ADAL" clId="{E36A05FE-D8B3-49CF-992A-D7A75E9CA28D}" dt="2026-06-04T09:21:26.695" v="1831" actId="1076"/>
          <ac:picMkLst>
            <pc:docMk/>
            <pc:sldMk cId="4139754823" sldId="266"/>
            <ac:picMk id="15" creationId="{5DF6AF16-864C-A23F-DFE4-D16B97BF9A3E}"/>
          </ac:picMkLst>
        </pc:picChg>
      </pc:sldChg>
      <pc:sldChg chg="add">
        <pc:chgData name="VADOT Antoine" userId="f2972222-c982-4106-aa9b-46df6d035209" providerId="ADAL" clId="{E36A05FE-D8B3-49CF-992A-D7A75E9CA28D}" dt="2026-06-04T09:25:20.904" v="1854" actId="2890"/>
        <pc:sldMkLst>
          <pc:docMk/>
          <pc:sldMk cId="1070161424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0BB472-4F39-4E23-9BBF-23D44AAF9901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0F0C9-DA85-4DF4-9F4F-11D285DE05D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1765A-7391-7C71-0C19-E7F45879F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B0DDD-8461-6E4C-8374-F1009A25F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2FCF94-2816-58D2-D6D1-192A9F1A5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FFD66-78B5-4198-DCA3-B3906AB5F1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12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B7EFA-FA68-1D85-F832-2D8249DA6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1E261-BC36-F297-509B-F387132FA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8B4B5-4D95-3D32-8713-A5EEC7FDE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E364D-19EB-EC1B-CC92-6C774DF3D0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05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3EB47-D406-D24E-1D9A-096A8B873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3B6745-BEEA-5BCB-E66B-507F8CCD8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ACE34-E18B-D47A-31EF-12DEADD52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5DFE8-0646-5694-C14E-CDFAF2FCAA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04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87E44-6C22-30A3-8895-6811B79D7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C8A13B-F1AA-DF6E-9CBE-D4D8E0ABE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81D1F-BCE6-969D-0AAA-52F9B16C9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1E02D-24E6-C1B4-ACEE-9D1E64E989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14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2F1F07-85FA-0AA3-FED1-5A8A4443B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B0CAE7A-40F1-C09A-2B47-85AEFD125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2DB5FC-F82D-1CA7-0131-86E616BF4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791C05-FE78-5331-6708-A0E24F666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8D091D-76DA-8718-25D7-082697CBB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4DA-746F-40B2-9CB0-9BC27423023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01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0F97CE-90AF-7A30-DE38-3ACF63AB9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B7DA01-0F56-A9F9-F576-F6CBCD9FA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BB18C1-611D-C4C7-2C92-1E21FB800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25312A-252F-0E90-0DD2-C0AEBEA5E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4DB502-679A-C075-2A0A-240B3D22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4DA-746F-40B2-9CB0-9BC27423023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699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065486-3C1C-8A89-46D1-48170C9E6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A86574-B1D6-01CD-C80B-8869EB3F4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2CA2B8-4379-7DB6-DDB9-FD4E1309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302F02-88D9-6B73-6DBA-D0388A1C9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E2BD17-7616-E2CA-E8C1-722FCB02C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4DA-746F-40B2-9CB0-9BC27423023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871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E13583-1FD1-C246-2C6F-A2FF5B84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6E8423-2288-BA6F-3602-2C72C7DFBF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2A68AA3-D6CD-A895-B0B1-F1190C72B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40BFFD1-8BB3-44FB-A2CE-261EF22B0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80E07C-F787-7213-F82B-CDB811820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FDDDF4-7469-5F9E-2311-0AB24951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4DA-746F-40B2-9CB0-9BC27423023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383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B84C12-ACFC-3140-FB88-CB58F4B56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8EF734-72E9-48B4-2E98-8A9A61991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88A322-4901-AD9D-4082-F7419E3C0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AD0B5DC-DC81-77C5-299D-D12C09A32E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944C039-C50A-43D7-14A1-3E5D1EE5F2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7B7B84D-710C-31CF-3363-7F0BEFD2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F4CD5D6-DFB9-BF40-9080-EB60D694F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AC6A339-728E-7B80-D02C-A1C353D55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4DA-746F-40B2-9CB0-9BC27423023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046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4F5767-AA51-6F25-F4E7-13D432B8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A14CE31-3985-3BCB-6A71-3B035C4A6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3D703E5-87B6-7DD2-C0E9-7799694B5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BCB68E-0EE5-C395-EF6C-0F3995166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4DA-746F-40B2-9CB0-9BC27423023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0455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8036A97-2579-860F-3161-370C87D7F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2229272-A785-6052-A66E-2C13DFB45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8CF0570-B0BF-2126-BD7B-08CAF19FF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4DA-746F-40B2-9CB0-9BC27423023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64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9403D7-04A0-25E2-2439-28A603A5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161C39-3991-B5D5-963A-7E97A8198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156237B-B5B7-F0F3-D654-F05B09AB7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B7FFDA6-05AC-1B7A-94FB-724288794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04D369-8393-EC6E-3E23-53221720C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9FB0B6-39EA-507B-3332-920529DDE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4DA-746F-40B2-9CB0-9BC27423023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406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ED738C-4C44-2E02-9ECB-0BAB9C19D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5529EA5-4EE4-DA86-CBE0-964FB0357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49E8B29-5AB2-7CCE-6F1F-F8076E2DC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12263D9-7DD9-0B3B-DB53-1DD5C0CC7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BE83AC-7F89-B192-88BE-5190A8E09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6F24B8-E6BC-B042-4B20-8AAC4EECD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4DA-746F-40B2-9CB0-9BC27423023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885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94BCB7-DB86-DB2D-13C0-71C771141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33E1F69-D5C3-6AEC-0FA2-90E2D683F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2B3234-5D58-1C76-C0E0-07B2CFC1C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B265E9-1EED-B266-0C8F-122F9C64E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AFAB19-BFF6-7B52-C9A7-1C7F68699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4DA-746F-40B2-9CB0-9BC27423023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218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BEF9F23-CF76-467B-8B85-7DFD355667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5CCA29F-E551-456E-21A2-31E58198C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FA8BCC-3438-FCDA-7857-A6D69B46B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271EE9-2AD1-E5F9-FEC9-3D83BD813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0B5986-1E9A-9C1E-741E-2B58420F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4DA-746F-40B2-9CB0-9BC27423023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31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534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8FC81C-4489-38AB-20B5-6935E5E57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B89DDEF-70D9-80EF-0A1E-D916617B2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996229-3FA5-5534-1D40-49267F220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FB74F4-1F70-6657-1B57-185D987D9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1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A0B78D-D421-7780-1CCF-4AF6BC082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C54DA-746F-40B2-9CB0-9BC27423023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501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737360"/>
            <a:ext cx="4572000" cy="4572000"/>
          </a:xfrm>
          <a:prstGeom prst="ellipse">
            <a:avLst/>
          </a:prstGeom>
          <a:solidFill>
            <a:srgbClr val="F0560C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10881360" y="4297680"/>
            <a:ext cx="2926080" cy="2926080"/>
          </a:xfrm>
          <a:prstGeom prst="ellipse">
            <a:avLst/>
          </a:prstGeom>
          <a:solidFill>
            <a:srgbClr val="F0560C">
              <a:alpha val="4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8470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600" b="1" kern="0" spc="300" noProof="0" dirty="0">
                <a:solidFill>
                  <a:srgbClr val="F0560C"/>
                </a:solidFill>
                <a:latin typeface="+mj-lt"/>
                <a:ea typeface="Arial" pitchFamily="34" charset="-122"/>
                <a:cs typeface="Arial" pitchFamily="34" charset="-120"/>
              </a:rPr>
              <a:t>PROJET </a:t>
            </a:r>
            <a:r>
              <a:rPr lang="fr-FR" sz="2600" b="1" kern="0" spc="300" noProof="0" dirty="0">
                <a:solidFill>
                  <a:srgbClr val="F0560C"/>
                </a:solidFill>
              </a:rPr>
              <a:t>SYNTHÈSE - INDUSTRIE 4.0</a:t>
            </a:r>
            <a:endParaRPr lang="fr-FR" sz="2600" noProof="0" dirty="0">
              <a:solidFill>
                <a:srgbClr val="F0560C"/>
              </a:solidFill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79" y="2286000"/>
            <a:ext cx="1137094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4200" b="1" noProof="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Prédiction de la qualité de production</a:t>
            </a:r>
            <a:endParaRPr lang="fr-FR" sz="4200" noProof="0" dirty="0"/>
          </a:p>
          <a:p>
            <a:r>
              <a:rPr lang="fr-FR" sz="4200" b="1" noProof="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d'une machine de torréfaction</a:t>
            </a:r>
            <a:endParaRPr lang="fr-FR" sz="4200" noProof="0" dirty="0"/>
          </a:p>
        </p:txBody>
      </p:sp>
      <p:sp>
        <p:nvSpPr>
          <p:cNvPr id="7" name="Shape 5"/>
          <p:cNvSpPr/>
          <p:nvPr/>
        </p:nvSpPr>
        <p:spPr>
          <a:xfrm>
            <a:off x="658368" y="5120640"/>
            <a:ext cx="2011680" cy="36576"/>
          </a:xfrm>
          <a:prstGeom prst="rect">
            <a:avLst/>
          </a:prstGeom>
          <a:solidFill>
            <a:srgbClr val="F0560C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640080" y="5303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Antoine VADOT  &amp;  Mamadou Moctar BA</a:t>
            </a:r>
            <a:endParaRPr lang="fr-FR" sz="13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1">
            <a:extLst>
              <a:ext uri="{FF2B5EF4-FFF2-40B4-BE49-F238E27FC236}">
                <a16:creationId xmlns:a16="http://schemas.microsoft.com/office/drawing/2014/main" id="{ED7385BC-CA13-38C9-CD23-DBFB2B3D17FE}"/>
              </a:ext>
            </a:extLst>
          </p:cNvPr>
          <p:cNvSpPr/>
          <p:nvPr/>
        </p:nvSpPr>
        <p:spPr>
          <a:xfrm>
            <a:off x="-664754" y="5126757"/>
            <a:ext cx="2926080" cy="2926080"/>
          </a:xfrm>
          <a:prstGeom prst="ellipse">
            <a:avLst/>
          </a:prstGeom>
          <a:solidFill>
            <a:srgbClr val="F0560C">
              <a:alpha val="4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1591B276-DB1A-D184-0A8F-EE17468776BF}"/>
              </a:ext>
            </a:extLst>
          </p:cNvPr>
          <p:cNvSpPr/>
          <p:nvPr/>
        </p:nvSpPr>
        <p:spPr>
          <a:xfrm>
            <a:off x="8567838" y="-3202387"/>
            <a:ext cx="4572000" cy="45720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200" noProof="0" dirty="0">
                <a:solidFill>
                  <a:srgbClr val="F0560C"/>
                </a:solidFill>
              </a:rPr>
              <a:t>CONTEXTE</a:t>
            </a:r>
            <a:endParaRPr lang="fr-FR" sz="1200" noProof="0" dirty="0">
              <a:solidFill>
                <a:srgbClr val="F0560C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000" b="1" noProof="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prédire la qualité ?</a:t>
            </a:r>
            <a:endParaRPr lang="fr-FR" sz="3000" noProof="0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340DC5-0610-2719-4E7F-C4641A1C9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86064" y="2028504"/>
            <a:ext cx="5656443" cy="3098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32E0D91-754E-F494-6F47-D2DBA527FBAB}"/>
              </a:ext>
            </a:extLst>
          </p:cNvPr>
          <p:cNvSpPr/>
          <p:nvPr/>
        </p:nvSpPr>
        <p:spPr>
          <a:xfrm>
            <a:off x="7058977" y="1728216"/>
            <a:ext cx="4818697" cy="1138810"/>
          </a:xfrm>
          <a:prstGeom prst="roundRect">
            <a:avLst/>
          </a:prstGeom>
          <a:solidFill>
            <a:srgbClr val="F0560C"/>
          </a:solidFill>
          <a:ln>
            <a:noFill/>
          </a:ln>
          <a:effectLst>
            <a:outerShdw blurRad="50800" dist="63500" dir="21540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 dirty="0">
                <a:solidFill>
                  <a:schemeClr val="bg1"/>
                </a:solidFill>
              </a:rPr>
              <a:t>Une machine de torréfaction industrielle composée de capteurs (température, humidité) qui mesurent en continu, à la minute.</a:t>
            </a:r>
          </a:p>
        </p:txBody>
      </p:sp>
      <p:sp>
        <p:nvSpPr>
          <p:cNvPr id="16" name="Flèche : pentagone 15">
            <a:extLst>
              <a:ext uri="{FF2B5EF4-FFF2-40B4-BE49-F238E27FC236}">
                <a16:creationId xmlns:a16="http://schemas.microsoft.com/office/drawing/2014/main" id="{FEE44D5B-FE05-0473-B54D-A9EBD4353B98}"/>
              </a:ext>
            </a:extLst>
          </p:cNvPr>
          <p:cNvSpPr/>
          <p:nvPr/>
        </p:nvSpPr>
        <p:spPr>
          <a:xfrm>
            <a:off x="5923813" y="1950720"/>
            <a:ext cx="1609725" cy="751327"/>
          </a:xfrm>
          <a:prstGeom prst="homePlate">
            <a:avLst/>
          </a:prstGeom>
          <a:solidFill>
            <a:srgbClr val="F0560C"/>
          </a:solidFill>
          <a:ln>
            <a:noFill/>
          </a:ln>
          <a:effectLst>
            <a:outerShdw blurRad="50800" dist="63500" dir="21540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 dirty="0"/>
              <a:t>La machine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A14B2418-F8D3-F8A1-4539-CC543070B682}"/>
              </a:ext>
            </a:extLst>
          </p:cNvPr>
          <p:cNvSpPr/>
          <p:nvPr/>
        </p:nvSpPr>
        <p:spPr>
          <a:xfrm>
            <a:off x="7058977" y="3135066"/>
            <a:ext cx="4818697" cy="1138810"/>
          </a:xfrm>
          <a:prstGeom prst="roundRect">
            <a:avLst/>
          </a:prstGeom>
          <a:solidFill>
            <a:srgbClr val="F0560C"/>
          </a:solidFill>
          <a:ln>
            <a:noFill/>
          </a:ln>
          <a:effectLst>
            <a:outerShdw blurRad="50800" dist="63500" dir="21540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buSzPct val="100000"/>
            </a:pPr>
            <a:r>
              <a:rPr lang="fr-FR" noProof="0" dirty="0"/>
              <a:t>      Aujourd'hui, la qualité n'est mesurée qu'une fois par heure : on la constate            trop tard pour agir sur le procédé.</a:t>
            </a:r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20" name="Flèche : pentagone 19">
            <a:extLst>
              <a:ext uri="{FF2B5EF4-FFF2-40B4-BE49-F238E27FC236}">
                <a16:creationId xmlns:a16="http://schemas.microsoft.com/office/drawing/2014/main" id="{72960E7E-F0A5-A196-EE65-5CD27779A21B}"/>
              </a:ext>
            </a:extLst>
          </p:cNvPr>
          <p:cNvSpPr/>
          <p:nvPr/>
        </p:nvSpPr>
        <p:spPr>
          <a:xfrm>
            <a:off x="5923813" y="3336418"/>
            <a:ext cx="1609725" cy="751327"/>
          </a:xfrm>
          <a:prstGeom prst="homePlate">
            <a:avLst/>
          </a:prstGeom>
          <a:solidFill>
            <a:srgbClr val="F0560C"/>
          </a:solidFill>
          <a:ln>
            <a:noFill/>
          </a:ln>
          <a:effectLst>
            <a:outerShdw blurRad="50800" dist="63500" dir="21540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 dirty="0"/>
              <a:t>Aujourd’hui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6F8D6B8C-16A2-1A0B-283B-AE20D84B040A}"/>
              </a:ext>
            </a:extLst>
          </p:cNvPr>
          <p:cNvSpPr/>
          <p:nvPr/>
        </p:nvSpPr>
        <p:spPr>
          <a:xfrm>
            <a:off x="7058977" y="4557352"/>
            <a:ext cx="4818697" cy="1138810"/>
          </a:xfrm>
          <a:prstGeom prst="roundRect">
            <a:avLst/>
          </a:prstGeom>
          <a:solidFill>
            <a:srgbClr val="F0560C"/>
          </a:solidFill>
          <a:ln>
            <a:noFill/>
          </a:ln>
          <a:effectLst>
            <a:outerShdw blurRad="50800" dist="63500" dir="21540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buSzPct val="100000"/>
            </a:pPr>
            <a:r>
              <a:rPr lang="fr-FR" noProof="0" dirty="0">
                <a:solidFill>
                  <a:schemeClr val="bg1"/>
                </a:solidFill>
              </a:rPr>
              <a:t> Exploiter la donnée capteur pour         anticiper la qualité au lieu de                       seulement la constater.</a:t>
            </a:r>
          </a:p>
        </p:txBody>
      </p:sp>
      <p:sp>
        <p:nvSpPr>
          <p:cNvPr id="22" name="Flèche : pentagone 21">
            <a:extLst>
              <a:ext uri="{FF2B5EF4-FFF2-40B4-BE49-F238E27FC236}">
                <a16:creationId xmlns:a16="http://schemas.microsoft.com/office/drawing/2014/main" id="{FAFAA68F-FED0-72C9-1B81-CBF994AE435C}"/>
              </a:ext>
            </a:extLst>
          </p:cNvPr>
          <p:cNvSpPr/>
          <p:nvPr/>
        </p:nvSpPr>
        <p:spPr>
          <a:xfrm>
            <a:off x="5923813" y="4758704"/>
            <a:ext cx="1609725" cy="751327"/>
          </a:xfrm>
          <a:prstGeom prst="homePlate">
            <a:avLst/>
          </a:prstGeom>
          <a:solidFill>
            <a:srgbClr val="F0560C"/>
          </a:solidFill>
          <a:ln>
            <a:noFill/>
          </a:ln>
          <a:effectLst>
            <a:outerShdw blurRad="50800" dist="63500" dir="21540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 dirty="0"/>
              <a:t>Enjeux I4.0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kern="0" spc="300" noProof="0" dirty="0">
                <a:solidFill>
                  <a:srgbClr val="F0560C"/>
                </a:solidFill>
              </a:rPr>
              <a:t>PROBLÉMATIQUE</a:t>
            </a:r>
            <a:endParaRPr lang="fr-FR" sz="1400" noProof="0" dirty="0">
              <a:solidFill>
                <a:srgbClr val="F0560C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19759" y="256032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200" b="1" noProof="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Peut-on prédire en continu la qualité de production</a:t>
            </a:r>
            <a:endParaRPr lang="fr-FR" sz="3200" noProof="0" dirty="0"/>
          </a:p>
          <a:p>
            <a:pPr marL="0" indent="0">
              <a:buNone/>
            </a:pPr>
            <a:r>
              <a:rPr lang="fr-FR" sz="3200" b="1" noProof="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partir des seules données capteurs ?</a:t>
            </a:r>
            <a:endParaRPr lang="fr-FR" sz="3200" noProof="0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859B49F9-5CB2-EAE3-1D8A-EA26F977DF68}"/>
              </a:ext>
            </a:extLst>
          </p:cNvPr>
          <p:cNvSpPr/>
          <p:nvPr/>
        </p:nvSpPr>
        <p:spPr>
          <a:xfrm>
            <a:off x="-611964" y="4389120"/>
            <a:ext cx="4572000" cy="4572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06ED952-6953-97CE-2606-CEF0967158EF}"/>
              </a:ext>
            </a:extLst>
          </p:cNvPr>
          <p:cNvSpPr/>
          <p:nvPr/>
        </p:nvSpPr>
        <p:spPr>
          <a:xfrm>
            <a:off x="10058400" y="4928235"/>
            <a:ext cx="3108960" cy="310896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F0EB4B3C-1EAB-B2BD-74A2-EB8312140238}"/>
              </a:ext>
            </a:extLst>
          </p:cNvPr>
          <p:cNvSpPr/>
          <p:nvPr/>
        </p:nvSpPr>
        <p:spPr>
          <a:xfrm>
            <a:off x="-670021" y="-1280160"/>
            <a:ext cx="2926080" cy="2926080"/>
          </a:xfrm>
          <a:prstGeom prst="ellipse">
            <a:avLst/>
          </a:prstGeom>
          <a:solidFill>
            <a:srgbClr val="F0560C">
              <a:alpha val="4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7D41A-6575-0084-7942-3A0EC04D7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8DE860C5-7433-BBDF-2BE9-CC72A342054F}"/>
              </a:ext>
            </a:extLst>
          </p:cNvPr>
          <p:cNvSpPr/>
          <p:nvPr/>
        </p:nvSpPr>
        <p:spPr>
          <a:xfrm>
            <a:off x="-611964" y="4389120"/>
            <a:ext cx="4572000" cy="4572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33C0D5D-4BEB-A534-83CA-BF26715C6C2F}"/>
              </a:ext>
            </a:extLst>
          </p:cNvPr>
          <p:cNvSpPr/>
          <p:nvPr/>
        </p:nvSpPr>
        <p:spPr>
          <a:xfrm>
            <a:off x="5958840" y="4791075"/>
            <a:ext cx="3108960" cy="310896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19480CAE-EF20-380D-7A45-AF7838258FD3}"/>
              </a:ext>
            </a:extLst>
          </p:cNvPr>
          <p:cNvSpPr/>
          <p:nvPr/>
        </p:nvSpPr>
        <p:spPr>
          <a:xfrm>
            <a:off x="10347960" y="-1577340"/>
            <a:ext cx="2926080" cy="2926080"/>
          </a:xfrm>
          <a:prstGeom prst="ellipse">
            <a:avLst/>
          </a:prstGeom>
          <a:solidFill>
            <a:srgbClr val="F0560C">
              <a:alpha val="4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DB970FEA-3B08-24C9-8D8D-6D516BA797A5}"/>
              </a:ext>
            </a:extLst>
          </p:cNvPr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200" noProof="0" dirty="0">
                <a:solidFill>
                  <a:srgbClr val="F0560C"/>
                </a:solidFill>
              </a:rPr>
              <a:t>Planning prévisionnel</a:t>
            </a:r>
            <a:endParaRPr lang="fr-FR" sz="1200" noProof="0" dirty="0">
              <a:solidFill>
                <a:srgbClr val="F0560C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5DF6AF16-864C-A23F-DFE4-D16B97BF9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36" y="962159"/>
            <a:ext cx="10789328" cy="520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754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74759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200" noProof="0" dirty="0">
                <a:solidFill>
                  <a:srgbClr val="F0560C"/>
                </a:solidFill>
              </a:rPr>
              <a:t>DONNÉES</a:t>
            </a:r>
            <a:endParaRPr lang="fr-FR" sz="1200" noProof="0" dirty="0">
              <a:solidFill>
                <a:srgbClr val="F0560C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000" b="1" noProof="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machine de torréfaction</a:t>
            </a:r>
            <a:endParaRPr lang="fr-FR" sz="3000" noProof="0" dirty="0">
              <a:solidFill>
                <a:schemeClr val="bg1"/>
              </a:solidFill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006A4DC4-BDDC-7ED2-376A-B5A9759AB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85461" y="1370442"/>
            <a:ext cx="8621078" cy="4162512"/>
          </a:xfrm>
          <a:prstGeom prst="rect">
            <a:avLst/>
          </a:prstGeom>
        </p:spPr>
      </p:pic>
      <p:sp>
        <p:nvSpPr>
          <p:cNvPr id="28" name="Flèche : droite 27">
            <a:extLst>
              <a:ext uri="{FF2B5EF4-FFF2-40B4-BE49-F238E27FC236}">
                <a16:creationId xmlns:a16="http://schemas.microsoft.com/office/drawing/2014/main" id="{BD1BD131-6427-6ADD-34E9-978A2556D78D}"/>
              </a:ext>
            </a:extLst>
          </p:cNvPr>
          <p:cNvSpPr/>
          <p:nvPr/>
        </p:nvSpPr>
        <p:spPr>
          <a:xfrm>
            <a:off x="816972" y="2832690"/>
            <a:ext cx="1462838" cy="685800"/>
          </a:xfrm>
          <a:prstGeom prst="rightArrow">
            <a:avLst/>
          </a:prstGeom>
          <a:solidFill>
            <a:srgbClr val="F056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9" name="Flèche : droite 28">
            <a:extLst>
              <a:ext uri="{FF2B5EF4-FFF2-40B4-BE49-F238E27FC236}">
                <a16:creationId xmlns:a16="http://schemas.microsoft.com/office/drawing/2014/main" id="{5CEF8626-6D82-B992-9BCC-1E1F9465F325}"/>
              </a:ext>
            </a:extLst>
          </p:cNvPr>
          <p:cNvSpPr/>
          <p:nvPr/>
        </p:nvSpPr>
        <p:spPr>
          <a:xfrm>
            <a:off x="9893142" y="2832690"/>
            <a:ext cx="1481886" cy="685800"/>
          </a:xfrm>
          <a:prstGeom prst="rightArrow">
            <a:avLst/>
          </a:prstGeom>
          <a:solidFill>
            <a:srgbClr val="F056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91C0202D-BB60-35FC-285A-AC79F7EDDDC7}"/>
              </a:ext>
            </a:extLst>
          </p:cNvPr>
          <p:cNvSpPr/>
          <p:nvPr/>
        </p:nvSpPr>
        <p:spPr>
          <a:xfrm>
            <a:off x="-1002106" y="5704348"/>
            <a:ext cx="2926080" cy="2926080"/>
          </a:xfrm>
          <a:prstGeom prst="ellipse">
            <a:avLst/>
          </a:prstGeom>
          <a:solidFill>
            <a:srgbClr val="F0560C">
              <a:alpha val="4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5540F508-5709-CA69-F86B-D27186C101F2}"/>
              </a:ext>
            </a:extLst>
          </p:cNvPr>
          <p:cNvSpPr/>
          <p:nvPr/>
        </p:nvSpPr>
        <p:spPr>
          <a:xfrm>
            <a:off x="8399162" y="-3473622"/>
            <a:ext cx="4572000" cy="45720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2B3014D-D4D3-B1D0-E930-7BA46623ADE0}"/>
              </a:ext>
            </a:extLst>
          </p:cNvPr>
          <p:cNvSpPr txBox="1"/>
          <p:nvPr/>
        </p:nvSpPr>
        <p:spPr>
          <a:xfrm>
            <a:off x="246094" y="3967763"/>
            <a:ext cx="16867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noProof="0" dirty="0">
                <a:solidFill>
                  <a:schemeClr val="bg1"/>
                </a:solidFill>
              </a:rPr>
              <a:t>Capteur d’humidité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5CB59A51-1839-284D-C0CF-BF236F8BDC35}"/>
              </a:ext>
            </a:extLst>
          </p:cNvPr>
          <p:cNvSpPr txBox="1"/>
          <p:nvPr/>
        </p:nvSpPr>
        <p:spPr>
          <a:xfrm>
            <a:off x="237216" y="4329170"/>
            <a:ext cx="1686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noProof="0" dirty="0">
                <a:solidFill>
                  <a:schemeClr val="bg1"/>
                </a:solidFill>
              </a:rPr>
              <a:t>Capteur de hauteur du grain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95F9605B-7012-1298-60CE-9292C3828BDB}"/>
              </a:ext>
            </a:extLst>
          </p:cNvPr>
          <p:cNvSpPr txBox="1"/>
          <p:nvPr/>
        </p:nvSpPr>
        <p:spPr>
          <a:xfrm>
            <a:off x="777221" y="2977482"/>
            <a:ext cx="112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bg1"/>
                </a:solidFill>
              </a:rPr>
              <a:t>Café brut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C1FF3396-23CC-6DA3-867D-A91001D1A106}"/>
              </a:ext>
            </a:extLst>
          </p:cNvPr>
          <p:cNvSpPr txBox="1"/>
          <p:nvPr/>
        </p:nvSpPr>
        <p:spPr>
          <a:xfrm>
            <a:off x="9837141" y="2990924"/>
            <a:ext cx="1481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bg1"/>
                </a:solidFill>
              </a:rPr>
              <a:t>Café torréfié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AD85F08-6EFB-8C5D-B84E-D6D456CE9118}"/>
              </a:ext>
            </a:extLst>
          </p:cNvPr>
          <p:cNvSpPr txBox="1"/>
          <p:nvPr/>
        </p:nvSpPr>
        <p:spPr>
          <a:xfrm>
            <a:off x="4536238" y="1481328"/>
            <a:ext cx="311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0" dirty="0">
                <a:solidFill>
                  <a:schemeClr val="bg1"/>
                </a:solidFill>
              </a:rPr>
              <a:t>15 Capteurs de températures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EF455A12-B062-192D-238B-7A3EC3107125}"/>
              </a:ext>
            </a:extLst>
          </p:cNvPr>
          <p:cNvSpPr txBox="1"/>
          <p:nvPr/>
        </p:nvSpPr>
        <p:spPr>
          <a:xfrm>
            <a:off x="3707905" y="5967685"/>
            <a:ext cx="778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noProof="0" dirty="0">
                <a:solidFill>
                  <a:schemeClr val="bg1"/>
                </a:solidFill>
                <a:latin typeface="Georgia" panose="02040502050405020303" pitchFamily="18" charset="0"/>
              </a:rPr>
              <a:t>Intervalle de mesure des capteurs : 1 minute</a:t>
            </a:r>
          </a:p>
          <a:p>
            <a:r>
              <a:rPr lang="fr-FR" sz="2400" noProof="0" dirty="0">
                <a:solidFill>
                  <a:schemeClr val="bg1"/>
                </a:solidFill>
                <a:latin typeface="Georgia" panose="02040502050405020303" pitchFamily="18" charset="0"/>
              </a:rPr>
              <a:t>Intervalle de mesure de la qualité : 1 heure</a:t>
            </a:r>
          </a:p>
        </p:txBody>
      </p:sp>
      <p:pic>
        <p:nvPicPr>
          <p:cNvPr id="41" name="Graphique 40" descr="Mégaphone1 avec un remplissage uni">
            <a:extLst>
              <a:ext uri="{FF2B5EF4-FFF2-40B4-BE49-F238E27FC236}">
                <a16:creationId xmlns:a16="http://schemas.microsoft.com/office/drawing/2014/main" id="{D995CB70-4FB0-779A-5D7F-4250A38761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29017" y="5925984"/>
            <a:ext cx="914400" cy="914400"/>
          </a:xfrm>
          <a:prstGeom prst="rect">
            <a:avLst/>
          </a:prstGeom>
        </p:spPr>
      </p:pic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56919CC4-2289-BEF4-B45C-16A5ADBBF395}"/>
              </a:ext>
            </a:extLst>
          </p:cNvPr>
          <p:cNvCxnSpPr/>
          <p:nvPr/>
        </p:nvCxnSpPr>
        <p:spPr>
          <a:xfrm>
            <a:off x="2279810" y="5532954"/>
            <a:ext cx="755733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D8B25C41-4496-9723-A74A-9DA569EB782E}"/>
              </a:ext>
            </a:extLst>
          </p:cNvPr>
          <p:cNvSpPr txBox="1"/>
          <p:nvPr/>
        </p:nvSpPr>
        <p:spPr>
          <a:xfrm>
            <a:off x="4536238" y="5532954"/>
            <a:ext cx="311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0" dirty="0">
                <a:solidFill>
                  <a:schemeClr val="bg1"/>
                </a:solidFill>
              </a:rPr>
              <a:t>Processus complet : 1 heure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578DA296-D800-9DD8-1EDB-22D8A14EC61C}"/>
              </a:ext>
            </a:extLst>
          </p:cNvPr>
          <p:cNvSpPr txBox="1"/>
          <p:nvPr/>
        </p:nvSpPr>
        <p:spPr>
          <a:xfrm>
            <a:off x="10406539" y="3712035"/>
            <a:ext cx="1719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0" dirty="0">
                <a:solidFill>
                  <a:schemeClr val="bg1"/>
                </a:solidFill>
              </a:rPr>
              <a:t>Mesure de la qualité en sortie</a:t>
            </a:r>
          </a:p>
        </p:txBody>
      </p:sp>
      <p:sp>
        <p:nvSpPr>
          <p:cNvPr id="46" name="Flèche : droite 45">
            <a:extLst>
              <a:ext uri="{FF2B5EF4-FFF2-40B4-BE49-F238E27FC236}">
                <a16:creationId xmlns:a16="http://schemas.microsoft.com/office/drawing/2014/main" id="{0071F08F-8AB4-0D54-D1C4-D37DB82E51FA}"/>
              </a:ext>
            </a:extLst>
          </p:cNvPr>
          <p:cNvSpPr/>
          <p:nvPr/>
        </p:nvSpPr>
        <p:spPr>
          <a:xfrm>
            <a:off x="10057032" y="3850535"/>
            <a:ext cx="358385" cy="307777"/>
          </a:xfrm>
          <a:prstGeom prst="rightArrow">
            <a:avLst/>
          </a:prstGeom>
          <a:solidFill>
            <a:srgbClr val="F056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7A11AA-C6AF-3D5D-97E9-6AC943A6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>
            <a:extLst>
              <a:ext uri="{FF2B5EF4-FFF2-40B4-BE49-F238E27FC236}">
                <a16:creationId xmlns:a16="http://schemas.microsoft.com/office/drawing/2014/main" id="{8E6E64F4-E104-4860-D7F1-775AEB4EFF48}"/>
              </a:ext>
            </a:extLst>
          </p:cNvPr>
          <p:cNvSpPr/>
          <p:nvPr/>
        </p:nvSpPr>
        <p:spPr>
          <a:xfrm>
            <a:off x="9692640" y="-1737360"/>
            <a:ext cx="4572000" cy="4572000"/>
          </a:xfrm>
          <a:prstGeom prst="ellipse">
            <a:avLst/>
          </a:prstGeom>
          <a:solidFill>
            <a:srgbClr val="F0560C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C0F40D5D-CB58-7327-E319-F69F07F8944A}"/>
              </a:ext>
            </a:extLst>
          </p:cNvPr>
          <p:cNvSpPr/>
          <p:nvPr/>
        </p:nvSpPr>
        <p:spPr>
          <a:xfrm>
            <a:off x="10881360" y="4297680"/>
            <a:ext cx="2926080" cy="2926080"/>
          </a:xfrm>
          <a:prstGeom prst="ellipse">
            <a:avLst/>
          </a:prstGeom>
          <a:solidFill>
            <a:srgbClr val="F0560C">
              <a:alpha val="4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84DEF44-D6C7-4AF4-A6F2-731F42C0C3F8}"/>
              </a:ext>
            </a:extLst>
          </p:cNvPr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200" noProof="0" dirty="0">
                <a:solidFill>
                  <a:srgbClr val="F0560C"/>
                </a:solidFill>
              </a:rPr>
              <a:t>DONNÉES</a:t>
            </a:r>
            <a:endParaRPr lang="fr-FR" sz="1200" noProof="0" dirty="0">
              <a:solidFill>
                <a:srgbClr val="F0560C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31190E-3A84-9FE0-E311-BBA945F61A14}"/>
              </a:ext>
            </a:extLst>
          </p:cNvPr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000" b="1" noProof="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dataset</a:t>
            </a:r>
            <a:endParaRPr lang="fr-FR" sz="3000" noProof="0" dirty="0">
              <a:solidFill>
                <a:schemeClr val="bg1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FA7742E-5BC9-98D9-BC4F-BBA617F7D42B}"/>
              </a:ext>
            </a:extLst>
          </p:cNvPr>
          <p:cNvSpPr/>
          <p:nvPr/>
        </p:nvSpPr>
        <p:spPr>
          <a:xfrm>
            <a:off x="640080" y="2011680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4D8C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10E0D93-22CA-40FF-9DE0-FB1CF9319019}"/>
              </a:ext>
            </a:extLst>
          </p:cNvPr>
          <p:cNvSpPr/>
          <p:nvPr/>
        </p:nvSpPr>
        <p:spPr>
          <a:xfrm>
            <a:off x="640080" y="23317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4000" b="1" noProof="0" dirty="0">
                <a:solidFill>
                  <a:srgbClr val="F0560C"/>
                </a:solidFill>
                <a:ea typeface="Georgia" pitchFamily="34" charset="-122"/>
                <a:cs typeface="Georgia" pitchFamily="34" charset="-120"/>
              </a:rPr>
              <a:t>2,1 M</a:t>
            </a:r>
            <a:endParaRPr lang="fr-FR" sz="4000" b="1" noProof="0" dirty="0">
              <a:solidFill>
                <a:srgbClr val="F0560C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E2324FC-59F1-F3A4-F31E-319CBB6D1780}"/>
              </a:ext>
            </a:extLst>
          </p:cNvPr>
          <p:cNvSpPr/>
          <p:nvPr/>
        </p:nvSpPr>
        <p:spPr>
          <a:xfrm>
            <a:off x="64008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2B2018"/>
                </a:solidFill>
              </a:rPr>
              <a:t>relevés capteurs</a:t>
            </a:r>
            <a:endParaRPr lang="fr-FR" sz="160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B39F09D-91E9-2C96-18E9-0D84FFD533C7}"/>
              </a:ext>
            </a:extLst>
          </p:cNvPr>
          <p:cNvSpPr/>
          <p:nvPr/>
        </p:nvSpPr>
        <p:spPr>
          <a:xfrm>
            <a:off x="77724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noProof="0" dirty="0">
                <a:solidFill>
                  <a:srgbClr val="8A7B6B"/>
                </a:solidFill>
              </a:rPr>
              <a:t>échelle minute</a:t>
            </a:r>
            <a:endParaRPr lang="fr-FR" sz="1200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ECC88B0-01C3-B56F-2C08-CF1A4E4DA34F}"/>
              </a:ext>
            </a:extLst>
          </p:cNvPr>
          <p:cNvSpPr/>
          <p:nvPr/>
        </p:nvSpPr>
        <p:spPr>
          <a:xfrm>
            <a:off x="3429000" y="2011680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4D8C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A7EA7A6-6998-7B7B-D365-E50BDF89AB88}"/>
              </a:ext>
            </a:extLst>
          </p:cNvPr>
          <p:cNvSpPr/>
          <p:nvPr/>
        </p:nvSpPr>
        <p:spPr>
          <a:xfrm>
            <a:off x="3429000" y="23317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4000" b="1" noProof="0" dirty="0">
                <a:solidFill>
                  <a:srgbClr val="F0560C"/>
                </a:solidFill>
                <a:ea typeface="Georgia" pitchFamily="34" charset="-122"/>
                <a:cs typeface="Georgia" pitchFamily="34" charset="-120"/>
              </a:rPr>
              <a:t>+29 000</a:t>
            </a:r>
            <a:endParaRPr lang="fr-FR" sz="4000" b="1" noProof="0" dirty="0">
              <a:solidFill>
                <a:srgbClr val="F0560C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A676065-D87D-2633-2E0A-05DF8195CEA4}"/>
              </a:ext>
            </a:extLst>
          </p:cNvPr>
          <p:cNvSpPr/>
          <p:nvPr/>
        </p:nvSpPr>
        <p:spPr>
          <a:xfrm>
            <a:off x="342900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2B2018"/>
                </a:solidFill>
              </a:rPr>
              <a:t>mesures qualité</a:t>
            </a:r>
            <a:endParaRPr lang="fr-FR" sz="1600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94D6229-CF42-9CFF-036C-A3175B3C8E96}"/>
              </a:ext>
            </a:extLst>
          </p:cNvPr>
          <p:cNvSpPr/>
          <p:nvPr/>
        </p:nvSpPr>
        <p:spPr>
          <a:xfrm>
            <a:off x="356616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noProof="0" dirty="0">
                <a:solidFill>
                  <a:srgbClr val="8A7B6B"/>
                </a:solidFill>
              </a:rPr>
              <a:t>échelle heure</a:t>
            </a:r>
            <a:endParaRPr lang="fr-FR" sz="1200" noProof="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CA103FE-555A-673B-6A1B-51EA366827D4}"/>
              </a:ext>
            </a:extLst>
          </p:cNvPr>
          <p:cNvSpPr/>
          <p:nvPr/>
        </p:nvSpPr>
        <p:spPr>
          <a:xfrm>
            <a:off x="6217920" y="2011680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4D8C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B27B233-AA98-0E89-3535-E2C6E0B3C721}"/>
              </a:ext>
            </a:extLst>
          </p:cNvPr>
          <p:cNvSpPr/>
          <p:nvPr/>
        </p:nvSpPr>
        <p:spPr>
          <a:xfrm>
            <a:off x="6217920" y="23317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4000" b="1" noProof="0" dirty="0">
                <a:solidFill>
                  <a:srgbClr val="F0560C"/>
                </a:solidFill>
                <a:ea typeface="Georgia" pitchFamily="34" charset="-122"/>
                <a:cs typeface="Georgia" pitchFamily="34" charset="-120"/>
              </a:rPr>
              <a:t>5 × 3</a:t>
            </a:r>
            <a:endParaRPr lang="fr-FR" sz="4000" b="1" noProof="0" dirty="0">
              <a:solidFill>
                <a:srgbClr val="F0560C"/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E18A242-7009-B329-2709-CE230E1DC224}"/>
              </a:ext>
            </a:extLst>
          </p:cNvPr>
          <p:cNvSpPr/>
          <p:nvPr/>
        </p:nvSpPr>
        <p:spPr>
          <a:xfrm>
            <a:off x="621792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2B2018"/>
                </a:solidFill>
              </a:rPr>
              <a:t>sondes température</a:t>
            </a:r>
            <a:endParaRPr lang="fr-FR" sz="1600" noProof="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0575898-4840-D105-7054-E28539E8EDA9}"/>
              </a:ext>
            </a:extLst>
          </p:cNvPr>
          <p:cNvSpPr/>
          <p:nvPr/>
        </p:nvSpPr>
        <p:spPr>
          <a:xfrm>
            <a:off x="635508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noProof="0" dirty="0">
                <a:solidFill>
                  <a:srgbClr val="8A7B6B"/>
                </a:solidFill>
              </a:rPr>
              <a:t>5 chambres × 3 capteurs</a:t>
            </a:r>
            <a:endParaRPr lang="fr-FR" sz="1200" noProof="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B10B95C-8487-546E-626D-9F5579B3761E}"/>
              </a:ext>
            </a:extLst>
          </p:cNvPr>
          <p:cNvSpPr/>
          <p:nvPr/>
        </p:nvSpPr>
        <p:spPr>
          <a:xfrm>
            <a:off x="9006840" y="2011680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4D8C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3290EE8-41E1-6B43-3FC9-8F919262FAFD}"/>
              </a:ext>
            </a:extLst>
          </p:cNvPr>
          <p:cNvSpPr/>
          <p:nvPr/>
        </p:nvSpPr>
        <p:spPr>
          <a:xfrm>
            <a:off x="9006840" y="23317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4000" b="1" noProof="0" dirty="0">
                <a:solidFill>
                  <a:srgbClr val="F0560C"/>
                </a:solidFill>
                <a:ea typeface="Georgia" pitchFamily="34" charset="-122"/>
                <a:cs typeface="Georgia" pitchFamily="34" charset="-120"/>
              </a:rPr>
              <a:t>+ 2</a:t>
            </a:r>
            <a:endParaRPr lang="fr-FR" sz="4000" b="1" noProof="0" dirty="0">
              <a:solidFill>
                <a:srgbClr val="F0560C"/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CA1BA3C-B8E9-239A-FAE3-6DD9BFDE8E9D}"/>
              </a:ext>
            </a:extLst>
          </p:cNvPr>
          <p:cNvSpPr/>
          <p:nvPr/>
        </p:nvSpPr>
        <p:spPr>
          <a:xfrm>
            <a:off x="900684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2B2018"/>
                </a:solidFill>
              </a:rPr>
              <a:t>Capteurs additionnels  </a:t>
            </a:r>
            <a:endParaRPr lang="fr-FR" sz="1600" noProof="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5583EAF-084C-554D-AF59-E6B68A04F5B2}"/>
              </a:ext>
            </a:extLst>
          </p:cNvPr>
          <p:cNvSpPr/>
          <p:nvPr/>
        </p:nvSpPr>
        <p:spPr>
          <a:xfrm>
            <a:off x="914400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noProof="0" dirty="0">
                <a:solidFill>
                  <a:srgbClr val="8A7B6B"/>
                </a:solidFill>
              </a:rPr>
              <a:t>Hauteur (H) &amp; humidité absolue (AH)</a:t>
            </a:r>
            <a:endParaRPr lang="fr-FR" sz="1200" noProof="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9070154-332F-7FFE-7004-8080A9B908DE}"/>
              </a:ext>
            </a:extLst>
          </p:cNvPr>
          <p:cNvSpPr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8A7B6B"/>
                </a:solidFill>
              </a:rPr>
              <a:t>Source : </a:t>
            </a:r>
            <a:r>
              <a:rPr lang="fr-FR" sz="1300" i="1" noProof="0" dirty="0" err="1">
                <a:solidFill>
                  <a:srgbClr val="8A7B6B"/>
                </a:solidFill>
              </a:rPr>
              <a:t>Kaggle</a:t>
            </a:r>
            <a:r>
              <a:rPr lang="fr-FR" sz="1300" i="1" noProof="0" dirty="0">
                <a:solidFill>
                  <a:srgbClr val="8A7B6B"/>
                </a:solidFill>
              </a:rPr>
              <a:t> - </a:t>
            </a:r>
            <a:r>
              <a:rPr lang="fr-FR" sz="1300" i="1" noProof="0" dirty="0" err="1">
                <a:solidFill>
                  <a:srgbClr val="8A7B6B"/>
                </a:solidFill>
              </a:rPr>
              <a:t>podsyp</a:t>
            </a:r>
            <a:r>
              <a:rPr lang="fr-FR" sz="1300" i="1" noProof="0" dirty="0">
                <a:solidFill>
                  <a:srgbClr val="8A7B6B"/>
                </a:solidFill>
              </a:rPr>
              <a:t>/production-</a:t>
            </a:r>
            <a:r>
              <a:rPr lang="fr-FR" sz="1300" i="1" noProof="0" dirty="0" err="1">
                <a:solidFill>
                  <a:srgbClr val="8A7B6B"/>
                </a:solidFill>
              </a:rPr>
              <a:t>quality</a:t>
            </a:r>
            <a:endParaRPr lang="fr-FR" sz="1300" noProof="0" dirty="0"/>
          </a:p>
        </p:txBody>
      </p:sp>
    </p:spTree>
    <p:extLst>
      <p:ext uri="{BB962C8B-B14F-4D97-AF65-F5344CB8AC3E}">
        <p14:creationId xmlns:p14="http://schemas.microsoft.com/office/powerpoint/2010/main" val="402619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200" noProof="0" dirty="0">
                <a:solidFill>
                  <a:srgbClr val="F0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fr-F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7437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&amp; variable cible</a:t>
            </a:r>
            <a:endParaRPr lang="fr-FR" sz="3000" noProof="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03E9AE6E-E005-1EA3-4A2B-08793F0C3888}"/>
              </a:ext>
            </a:extLst>
          </p:cNvPr>
          <p:cNvSpPr/>
          <p:nvPr/>
        </p:nvSpPr>
        <p:spPr>
          <a:xfrm>
            <a:off x="640080" y="2011680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4D8C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0D14CC7-3F62-90A9-89DC-CABC45E2E26B}"/>
              </a:ext>
            </a:extLst>
          </p:cNvPr>
          <p:cNvSpPr/>
          <p:nvPr/>
        </p:nvSpPr>
        <p:spPr>
          <a:xfrm>
            <a:off x="3429000" y="2011680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4D8C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F38B5201-CB3D-1AED-3266-2B20BE1D9ECB}"/>
              </a:ext>
            </a:extLst>
          </p:cNvPr>
          <p:cNvSpPr/>
          <p:nvPr/>
        </p:nvSpPr>
        <p:spPr>
          <a:xfrm>
            <a:off x="6217920" y="2011680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4D8C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14">
            <a:extLst>
              <a:ext uri="{FF2B5EF4-FFF2-40B4-BE49-F238E27FC236}">
                <a16:creationId xmlns:a16="http://schemas.microsoft.com/office/drawing/2014/main" id="{38A0846A-AB89-F617-6AEB-99F330AF2135}"/>
              </a:ext>
            </a:extLst>
          </p:cNvPr>
          <p:cNvSpPr/>
          <p:nvPr/>
        </p:nvSpPr>
        <p:spPr>
          <a:xfrm>
            <a:off x="9006840" y="2011680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4D8C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1F6416F0-FA16-D3FC-A719-7C269CB78455}"/>
              </a:ext>
            </a:extLst>
          </p:cNvPr>
          <p:cNvSpPr/>
          <p:nvPr/>
        </p:nvSpPr>
        <p:spPr>
          <a:xfrm>
            <a:off x="640080" y="18364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0560C"/>
                </a:solidFill>
              </a:rPr>
              <a:t>Variables de températures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716E21F8-4E07-BB17-AB28-128116B644F5}"/>
              </a:ext>
            </a:extLst>
          </p:cNvPr>
          <p:cNvSpPr/>
          <p:nvPr/>
        </p:nvSpPr>
        <p:spPr>
          <a:xfrm>
            <a:off x="3429000" y="18364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0560C"/>
                </a:solidFill>
                <a:ea typeface="Georgia" pitchFamily="34" charset="-122"/>
                <a:cs typeface="Georgia" pitchFamily="34" charset="-120"/>
              </a:rPr>
              <a:t>Variable d’humidité</a:t>
            </a:r>
            <a:endParaRPr lang="fr-FR" sz="1600" b="1" noProof="0" dirty="0">
              <a:solidFill>
                <a:srgbClr val="F0560C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6B4C8D1-B93E-66CB-3B3F-D05E900E6D24}"/>
              </a:ext>
            </a:extLst>
          </p:cNvPr>
          <p:cNvSpPr/>
          <p:nvPr/>
        </p:nvSpPr>
        <p:spPr>
          <a:xfrm>
            <a:off x="6217920" y="18364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0560C"/>
                </a:solidFill>
              </a:rPr>
              <a:t>Variable d’hauteur</a:t>
            </a: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864886C2-F205-DAA1-7116-973D897D17E4}"/>
              </a:ext>
            </a:extLst>
          </p:cNvPr>
          <p:cNvSpPr/>
          <p:nvPr/>
        </p:nvSpPr>
        <p:spPr>
          <a:xfrm>
            <a:off x="9006840" y="18364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fr-FR" sz="2800" b="1" noProof="0" dirty="0">
              <a:solidFill>
                <a:srgbClr val="F0560C"/>
              </a:solidFill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7D3646D-6C0F-2292-EF27-3CF4547C09C7}"/>
              </a:ext>
            </a:extLst>
          </p:cNvPr>
          <p:cNvSpPr/>
          <p:nvPr/>
        </p:nvSpPr>
        <p:spPr>
          <a:xfrm>
            <a:off x="9006840" y="1844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0560C"/>
                </a:solidFill>
              </a:rPr>
              <a:t>Variable de qualité</a:t>
            </a: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07408694-E520-176F-EDB6-9242F0F4808C}"/>
              </a:ext>
            </a:extLst>
          </p:cNvPr>
          <p:cNvSpPr/>
          <p:nvPr/>
        </p:nvSpPr>
        <p:spPr>
          <a:xfrm>
            <a:off x="640080" y="2697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noProof="0" dirty="0">
                <a:solidFill>
                  <a:srgbClr val="2B2018"/>
                </a:solidFill>
              </a:rPr>
              <a:t>Unité : Fahrenheit</a:t>
            </a:r>
            <a:endParaRPr lang="fr-FR" sz="1600" noProof="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9FB6353C-30D1-74A1-1DD7-88D694543C25}"/>
              </a:ext>
            </a:extLst>
          </p:cNvPr>
          <p:cNvSpPr/>
          <p:nvPr/>
        </p:nvSpPr>
        <p:spPr>
          <a:xfrm>
            <a:off x="3429000" y="26761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noProof="0" dirty="0">
                <a:solidFill>
                  <a:srgbClr val="2B2018"/>
                </a:solidFill>
              </a:rPr>
              <a:t>Unité : %</a:t>
            </a:r>
            <a:endParaRPr lang="fr-FR" sz="1600" noProof="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1F983780-ED90-34A7-CF3C-3E2D27AA90FC}"/>
              </a:ext>
            </a:extLst>
          </p:cNvPr>
          <p:cNvSpPr/>
          <p:nvPr/>
        </p:nvSpPr>
        <p:spPr>
          <a:xfrm>
            <a:off x="6217920" y="26761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noProof="0" dirty="0">
                <a:solidFill>
                  <a:srgbClr val="2B2018"/>
                </a:solidFill>
              </a:rPr>
              <a:t>Unité : Centimètre </a:t>
            </a:r>
            <a:endParaRPr lang="fr-FR" sz="1600" noProof="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FF2A238B-D8AE-D1F3-0371-0CD3656E9B2C}"/>
              </a:ext>
            </a:extLst>
          </p:cNvPr>
          <p:cNvSpPr/>
          <p:nvPr/>
        </p:nvSpPr>
        <p:spPr>
          <a:xfrm>
            <a:off x="9075420" y="26761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noProof="0" dirty="0">
                <a:solidFill>
                  <a:srgbClr val="2B2018"/>
                </a:solidFill>
              </a:rPr>
              <a:t>Unité : ? </a:t>
            </a:r>
            <a:endParaRPr lang="fr-FR" sz="1600" noProof="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451837D8-24BC-D600-522F-55B0C87E73F5}"/>
              </a:ext>
            </a:extLst>
          </p:cNvPr>
          <p:cNvSpPr/>
          <p:nvPr/>
        </p:nvSpPr>
        <p:spPr>
          <a:xfrm>
            <a:off x="640080" y="31013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noProof="0" dirty="0">
                <a:solidFill>
                  <a:srgbClr val="2B2018"/>
                </a:solidFill>
              </a:rPr>
              <a:t>Plage : [200 ; 500]</a:t>
            </a:r>
            <a:endParaRPr lang="fr-FR" sz="1600" noProof="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43FE8A09-D7F5-937A-7807-8B3F2ABFD0AA}"/>
              </a:ext>
            </a:extLst>
          </p:cNvPr>
          <p:cNvSpPr/>
          <p:nvPr/>
        </p:nvSpPr>
        <p:spPr>
          <a:xfrm>
            <a:off x="3429000" y="31013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noProof="0" dirty="0">
                <a:solidFill>
                  <a:srgbClr val="2B2018"/>
                </a:solidFill>
              </a:rPr>
              <a:t>Plage : [2.9 ; 11.8]</a:t>
            </a:r>
            <a:endParaRPr lang="fr-FR" sz="1600" noProof="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9BEACB65-5249-2F20-D88D-1F9BF907436C}"/>
              </a:ext>
            </a:extLst>
          </p:cNvPr>
          <p:cNvSpPr/>
          <p:nvPr/>
        </p:nvSpPr>
        <p:spPr>
          <a:xfrm>
            <a:off x="6217920" y="31013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noProof="0" dirty="0">
                <a:solidFill>
                  <a:srgbClr val="2B2018"/>
                </a:solidFill>
              </a:rPr>
              <a:t>Plage : [141 ; 208]</a:t>
            </a:r>
            <a:endParaRPr lang="fr-FR" sz="1600" noProof="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8D4CCA52-28CA-9733-617E-F70094B97CB4}"/>
              </a:ext>
            </a:extLst>
          </p:cNvPr>
          <p:cNvSpPr/>
          <p:nvPr/>
        </p:nvSpPr>
        <p:spPr>
          <a:xfrm>
            <a:off x="9006840" y="31013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noProof="0" dirty="0">
                <a:solidFill>
                  <a:srgbClr val="2B2018"/>
                </a:solidFill>
              </a:rPr>
              <a:t>Plage : [221 ; 505]</a:t>
            </a:r>
            <a:endParaRPr lang="fr-FR" sz="1600" noProof="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21551CF3-D317-CAE4-655A-510C8B98768A}"/>
              </a:ext>
            </a:extLst>
          </p:cNvPr>
          <p:cNvSpPr/>
          <p:nvPr/>
        </p:nvSpPr>
        <p:spPr>
          <a:xfrm>
            <a:off x="640080" y="35585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noProof="0" dirty="0">
                <a:solidFill>
                  <a:srgbClr val="2B2018"/>
                </a:solidFill>
              </a:rPr>
              <a:t>Valeurs illogiques : Oui</a:t>
            </a:r>
            <a:endParaRPr lang="fr-FR" sz="1600" noProof="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ED1CDC59-FF30-02EE-BFB2-15CB9AA6EE20}"/>
              </a:ext>
            </a:extLst>
          </p:cNvPr>
          <p:cNvSpPr/>
          <p:nvPr/>
        </p:nvSpPr>
        <p:spPr>
          <a:xfrm>
            <a:off x="3429000" y="35692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noProof="0" dirty="0">
                <a:solidFill>
                  <a:srgbClr val="2B2018"/>
                </a:solidFill>
              </a:rPr>
              <a:t>Valeurs illogiques : Non</a:t>
            </a:r>
            <a:endParaRPr lang="fr-FR" sz="1600" noProof="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D1B6A35B-4B4A-05C8-3E74-A876138ED09D}"/>
              </a:ext>
            </a:extLst>
          </p:cNvPr>
          <p:cNvSpPr/>
          <p:nvPr/>
        </p:nvSpPr>
        <p:spPr>
          <a:xfrm>
            <a:off x="6252210" y="35585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noProof="0" dirty="0">
                <a:solidFill>
                  <a:srgbClr val="2B2018"/>
                </a:solidFill>
              </a:rPr>
              <a:t>Valeurs illogiques : Non</a:t>
            </a:r>
            <a:endParaRPr lang="fr-FR" sz="1600" noProof="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E64C0DA8-2352-0151-D336-5B0BC7C117CE}"/>
              </a:ext>
            </a:extLst>
          </p:cNvPr>
          <p:cNvSpPr/>
          <p:nvPr/>
        </p:nvSpPr>
        <p:spPr>
          <a:xfrm>
            <a:off x="8938260" y="35585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noProof="0" dirty="0">
                <a:solidFill>
                  <a:srgbClr val="2B2018"/>
                </a:solidFill>
              </a:rPr>
              <a:t>Valeurs illogiques : Non</a:t>
            </a:r>
            <a:endParaRPr lang="fr-FR" sz="1600" noProof="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0EFA3116-7DBD-11E6-8431-52A5E31DBA20}"/>
              </a:ext>
            </a:extLst>
          </p:cNvPr>
          <p:cNvSpPr/>
          <p:nvPr/>
        </p:nvSpPr>
        <p:spPr>
          <a:xfrm>
            <a:off x="708660" y="40264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noProof="0" dirty="0">
                <a:solidFill>
                  <a:srgbClr val="2B2018"/>
                </a:solidFill>
              </a:rPr>
              <a:t>Valeurs manquantes : Non</a:t>
            </a:r>
            <a:endParaRPr lang="fr-FR" sz="1600" noProof="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751F5548-DA83-3323-F0EB-744E40C28A7D}"/>
              </a:ext>
            </a:extLst>
          </p:cNvPr>
          <p:cNvSpPr/>
          <p:nvPr/>
        </p:nvSpPr>
        <p:spPr>
          <a:xfrm>
            <a:off x="3497580" y="40370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noProof="0" dirty="0">
                <a:solidFill>
                  <a:srgbClr val="2B2018"/>
                </a:solidFill>
              </a:rPr>
              <a:t>Valeurs manquantes : Non</a:t>
            </a:r>
            <a:endParaRPr lang="fr-FR" sz="1600" noProof="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B413F55C-9276-DBD3-28F7-A38944317B64}"/>
              </a:ext>
            </a:extLst>
          </p:cNvPr>
          <p:cNvSpPr/>
          <p:nvPr/>
        </p:nvSpPr>
        <p:spPr>
          <a:xfrm>
            <a:off x="6282690" y="40264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noProof="0" dirty="0">
                <a:solidFill>
                  <a:srgbClr val="2B2018"/>
                </a:solidFill>
              </a:rPr>
              <a:t>Valeurs manquantes : Non</a:t>
            </a:r>
            <a:endParaRPr lang="fr-FR" sz="1600" noProof="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C4EFBECB-5ABE-83A7-BBC8-F5CC1E070CFE}"/>
              </a:ext>
            </a:extLst>
          </p:cNvPr>
          <p:cNvSpPr/>
          <p:nvPr/>
        </p:nvSpPr>
        <p:spPr>
          <a:xfrm>
            <a:off x="9006840" y="40264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noProof="0" dirty="0">
                <a:solidFill>
                  <a:srgbClr val="2B2018"/>
                </a:solidFill>
              </a:rPr>
              <a:t>Valeurs manquantes : Non</a:t>
            </a:r>
            <a:endParaRPr lang="fr-FR" sz="1600" noProof="0" dirty="0"/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9D1149C1-E22B-523C-B9B8-22247A58725C}"/>
              </a:ext>
            </a:extLst>
          </p:cNvPr>
          <p:cNvSpPr/>
          <p:nvPr/>
        </p:nvSpPr>
        <p:spPr>
          <a:xfrm>
            <a:off x="-1002106" y="5704348"/>
            <a:ext cx="2926080" cy="2926080"/>
          </a:xfrm>
          <a:prstGeom prst="ellipse">
            <a:avLst/>
          </a:prstGeom>
          <a:solidFill>
            <a:srgbClr val="F0560C">
              <a:alpha val="4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6B29F528-FFD1-EAA4-406F-628473BA1201}"/>
              </a:ext>
            </a:extLst>
          </p:cNvPr>
          <p:cNvSpPr/>
          <p:nvPr/>
        </p:nvSpPr>
        <p:spPr>
          <a:xfrm>
            <a:off x="8399162" y="-3473622"/>
            <a:ext cx="4572000" cy="45720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67C52D-6FB6-BB0F-9D34-CBE809033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>
            <a:extLst>
              <a:ext uri="{FF2B5EF4-FFF2-40B4-BE49-F238E27FC236}">
                <a16:creationId xmlns:a16="http://schemas.microsoft.com/office/drawing/2014/main" id="{81A34AE2-2F78-ADB6-58D4-FBFABFF19261}"/>
              </a:ext>
            </a:extLst>
          </p:cNvPr>
          <p:cNvSpPr/>
          <p:nvPr/>
        </p:nvSpPr>
        <p:spPr>
          <a:xfrm>
            <a:off x="8766810" y="-3057525"/>
            <a:ext cx="4572000" cy="4572000"/>
          </a:xfrm>
          <a:prstGeom prst="ellipse">
            <a:avLst/>
          </a:prstGeom>
          <a:solidFill>
            <a:srgbClr val="F0560C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B5208582-D273-6683-EA32-43BCFD4A2FED}"/>
              </a:ext>
            </a:extLst>
          </p:cNvPr>
          <p:cNvSpPr/>
          <p:nvPr/>
        </p:nvSpPr>
        <p:spPr>
          <a:xfrm>
            <a:off x="10412730" y="4225290"/>
            <a:ext cx="2926080" cy="2926080"/>
          </a:xfrm>
          <a:prstGeom prst="ellipse">
            <a:avLst/>
          </a:prstGeom>
          <a:solidFill>
            <a:srgbClr val="F0560C">
              <a:alpha val="4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7EB3A56-B4D5-BF09-B5A3-A282B49619A6}"/>
              </a:ext>
            </a:extLst>
          </p:cNvPr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200" noProof="0" dirty="0">
                <a:solidFill>
                  <a:srgbClr val="F0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fr-FR" sz="12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7910CF-B53C-6A4A-6485-0EF3D7CC4CB1}"/>
              </a:ext>
            </a:extLst>
          </p:cNvPr>
          <p:cNvSpPr/>
          <p:nvPr/>
        </p:nvSpPr>
        <p:spPr>
          <a:xfrm>
            <a:off x="548640" y="67437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Importation &amp; Nettoyage des données</a:t>
            </a:r>
            <a:endParaRPr lang="fr-FR" sz="30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AD0521E-95ED-284F-B104-50B1FB9C4D5B}"/>
              </a:ext>
            </a:extLst>
          </p:cNvPr>
          <p:cNvSpPr/>
          <p:nvPr/>
        </p:nvSpPr>
        <p:spPr>
          <a:xfrm>
            <a:off x="662940" y="1451610"/>
            <a:ext cx="6583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200"/>
              </a:spcAft>
              <a:buSzPct val="100000"/>
            </a:pPr>
            <a:r>
              <a:rPr lang="fr-FR" sz="1600" noProof="0" dirty="0">
                <a:solidFill>
                  <a:srgbClr val="E6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Capteur isolé défaillant : si un capteur s'écarte de &gt; 50 de </a:t>
            </a:r>
            <a:r>
              <a:rPr lang="fr-FR" sz="1600" dirty="0">
                <a:solidFill>
                  <a:srgbClr val="E6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 deux </a:t>
            </a:r>
            <a:r>
              <a:rPr lang="fr-FR" sz="1600" noProof="0" dirty="0">
                <a:solidFill>
                  <a:srgbClr val="E6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voisins de chambre, il est remplacé par leur moyenne. </a:t>
            </a:r>
          </a:p>
          <a:p>
            <a:pPr marL="342900" indent="-342900">
              <a:spcAft>
                <a:spcPts val="1200"/>
              </a:spcAft>
              <a:buSzPct val="100000"/>
              <a:buAutoNum type="arabicPeriod"/>
            </a:pPr>
            <a:endParaRPr lang="fr-FR" sz="1600" dirty="0">
              <a:solidFill>
                <a:srgbClr val="E6E2D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spcAft>
                <a:spcPts val="1200"/>
              </a:spcAft>
              <a:buSzPct val="100000"/>
              <a:buAutoNum type="arabicPeriod"/>
            </a:pPr>
            <a:endParaRPr lang="fr-FR" sz="1600" noProof="0" dirty="0">
              <a:solidFill>
                <a:srgbClr val="E6E2D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1200"/>
              </a:spcAft>
              <a:buSzPct val="100000"/>
            </a:pPr>
            <a:r>
              <a:rPr lang="fr-FR" sz="1600" noProof="0" dirty="0">
                <a:solidFill>
                  <a:srgbClr val="E6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Les Températures illogique restantes sont supprimées : bornées (0 – 700).</a:t>
            </a:r>
          </a:p>
          <a:p>
            <a:pPr>
              <a:spcAft>
                <a:spcPts val="1200"/>
              </a:spcAft>
              <a:buSzPct val="100000"/>
            </a:pPr>
            <a:endParaRPr lang="fr-FR" sz="1600" noProof="0" dirty="0"/>
          </a:p>
          <a:p>
            <a:pPr>
              <a:spcAft>
                <a:spcPts val="1200"/>
              </a:spcAft>
              <a:buSzPct val="100000"/>
            </a:pPr>
            <a:r>
              <a:rPr lang="fr-FR" sz="1600" noProof="0" dirty="0">
                <a:solidFill>
                  <a:srgbClr val="E6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Suppression des cases vides d'origine (NaN).</a:t>
            </a:r>
            <a:endParaRPr lang="fr-FR" sz="16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0B00C75-BDA0-89A7-5B98-23C978E430F4}"/>
              </a:ext>
            </a:extLst>
          </p:cNvPr>
          <p:cNvSpPr/>
          <p:nvPr/>
        </p:nvSpPr>
        <p:spPr>
          <a:xfrm>
            <a:off x="7589520" y="2385060"/>
            <a:ext cx="4023360" cy="2369820"/>
          </a:xfrm>
          <a:prstGeom prst="roundRect">
            <a:avLst>
              <a:gd name="adj" fmla="val 3750"/>
            </a:avLst>
          </a:prstGeom>
          <a:solidFill>
            <a:srgbClr val="2B2B2B"/>
          </a:solidFill>
          <a:ln w="15240">
            <a:solidFill>
              <a:srgbClr val="F0560C"/>
            </a:solidFill>
            <a:prstDash val="soli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EE6EE59-3EA1-D348-EABF-05DDDB941DB9}"/>
              </a:ext>
            </a:extLst>
          </p:cNvPr>
          <p:cNvSpPr/>
          <p:nvPr/>
        </p:nvSpPr>
        <p:spPr>
          <a:xfrm>
            <a:off x="777240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 noProof="0" dirty="0">
                <a:solidFill>
                  <a:srgbClr val="F0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:</a:t>
            </a: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F1A4C487-50A6-4465-AEF6-D01F21B70029}"/>
              </a:ext>
            </a:extLst>
          </p:cNvPr>
          <p:cNvSpPr/>
          <p:nvPr/>
        </p:nvSpPr>
        <p:spPr>
          <a:xfrm>
            <a:off x="7772400" y="2926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b="1" noProof="0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Capteur 1 : 850°C    </a:t>
            </a:r>
            <a:r>
              <a:rPr lang="fr-FR" sz="1400" b="1" noProof="0" dirty="0">
                <a:solidFill>
                  <a:srgbClr val="F0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r>
              <a:rPr lang="fr-FR" sz="1400" b="1" noProof="0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r>
              <a:rPr lang="fr-FR" sz="1500" noProof="0" dirty="0">
                <a:solidFill>
                  <a:srgbClr val="A8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Capteur 2 : 210°C</a:t>
            </a:r>
            <a:endParaRPr lang="fr-FR" sz="1500" noProof="0" dirty="0"/>
          </a:p>
          <a:p>
            <a:pPr marL="0" indent="0">
              <a:buNone/>
            </a:pPr>
            <a:r>
              <a:rPr lang="fr-FR" sz="1500" noProof="0" dirty="0">
                <a:solidFill>
                  <a:srgbClr val="A8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Capteur 3 : 212°C</a:t>
            </a:r>
            <a:endParaRPr lang="fr-FR" sz="1500" noProof="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9D0CB935-17CD-6045-D15E-83454238795F}"/>
              </a:ext>
            </a:extLst>
          </p:cNvPr>
          <p:cNvSpPr/>
          <p:nvPr/>
        </p:nvSpPr>
        <p:spPr>
          <a:xfrm>
            <a:off x="777240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Capteur 1 corrigé = 211°</a:t>
            </a:r>
            <a:endParaRPr lang="fr-FR" sz="1600" noProof="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70E664DB-17EF-0610-1086-182079EF9452}"/>
              </a:ext>
            </a:extLst>
          </p:cNvPr>
          <p:cNvSpPr/>
          <p:nvPr/>
        </p:nvSpPr>
        <p:spPr>
          <a:xfrm>
            <a:off x="795528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A8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(moyenne des 2 voisins)</a:t>
            </a:r>
            <a:endParaRPr lang="fr-FR" sz="1200" noProof="0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F0BD9D7-0573-098D-8078-2C620854DA96}"/>
              </a:ext>
            </a:extLst>
          </p:cNvPr>
          <p:cNvSpPr txBox="1"/>
          <p:nvPr/>
        </p:nvSpPr>
        <p:spPr>
          <a:xfrm>
            <a:off x="1761945" y="2648188"/>
            <a:ext cx="60945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SzPct val="100000"/>
            </a:pPr>
            <a:r>
              <a:rPr lang="fr-FR" sz="1600" noProof="0" dirty="0">
                <a:solidFill>
                  <a:srgbClr val="E6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corrige la donnée au lieu de supprimer toute la ligne</a:t>
            </a:r>
          </a:p>
        </p:txBody>
      </p:sp>
      <p:sp>
        <p:nvSpPr>
          <p:cNvPr id="37" name="Flèche : droite 36">
            <a:extLst>
              <a:ext uri="{FF2B5EF4-FFF2-40B4-BE49-F238E27FC236}">
                <a16:creationId xmlns:a16="http://schemas.microsoft.com/office/drawing/2014/main" id="{B7B20060-5982-0304-1140-AE1CB3774750}"/>
              </a:ext>
            </a:extLst>
          </p:cNvPr>
          <p:cNvSpPr/>
          <p:nvPr/>
        </p:nvSpPr>
        <p:spPr>
          <a:xfrm>
            <a:off x="1367161" y="2678668"/>
            <a:ext cx="459887" cy="277892"/>
          </a:xfrm>
          <a:prstGeom prst="rightArrow">
            <a:avLst/>
          </a:prstGeom>
          <a:solidFill>
            <a:srgbClr val="F056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1833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3F0C8E-9669-F57C-BA37-93A050423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>
            <a:extLst>
              <a:ext uri="{FF2B5EF4-FFF2-40B4-BE49-F238E27FC236}">
                <a16:creationId xmlns:a16="http://schemas.microsoft.com/office/drawing/2014/main" id="{DB5995D8-90D9-1876-E911-458C4D7536A3}"/>
              </a:ext>
            </a:extLst>
          </p:cNvPr>
          <p:cNvSpPr/>
          <p:nvPr/>
        </p:nvSpPr>
        <p:spPr>
          <a:xfrm>
            <a:off x="8766810" y="-3057525"/>
            <a:ext cx="4572000" cy="4572000"/>
          </a:xfrm>
          <a:prstGeom prst="ellipse">
            <a:avLst/>
          </a:prstGeom>
          <a:solidFill>
            <a:srgbClr val="F0560C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F2323A77-C934-B758-B98F-2C266FF11411}"/>
              </a:ext>
            </a:extLst>
          </p:cNvPr>
          <p:cNvSpPr/>
          <p:nvPr/>
        </p:nvSpPr>
        <p:spPr>
          <a:xfrm>
            <a:off x="10412730" y="4225290"/>
            <a:ext cx="2926080" cy="2926080"/>
          </a:xfrm>
          <a:prstGeom prst="ellipse">
            <a:avLst/>
          </a:prstGeom>
          <a:solidFill>
            <a:srgbClr val="F0560C">
              <a:alpha val="4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8194AE9-761E-60A3-456C-ECA8F6B42A81}"/>
              </a:ext>
            </a:extLst>
          </p:cNvPr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200" noProof="0" dirty="0">
                <a:solidFill>
                  <a:srgbClr val="F0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fr-FR" sz="12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395280-C8FA-718F-9DCC-6B48070FCF70}"/>
              </a:ext>
            </a:extLst>
          </p:cNvPr>
          <p:cNvSpPr/>
          <p:nvPr/>
        </p:nvSpPr>
        <p:spPr>
          <a:xfrm>
            <a:off x="548640" y="67437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Importation &amp; Nettoyage des données</a:t>
            </a:r>
            <a:endParaRPr lang="fr-FR" sz="30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9153855-F8C8-9FD4-968F-24A90461D73F}"/>
              </a:ext>
            </a:extLst>
          </p:cNvPr>
          <p:cNvSpPr/>
          <p:nvPr/>
        </p:nvSpPr>
        <p:spPr>
          <a:xfrm>
            <a:off x="662940" y="1451610"/>
            <a:ext cx="6583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200"/>
              </a:spcAft>
              <a:buSzPct val="100000"/>
            </a:pPr>
            <a:r>
              <a:rPr lang="fr-FR" sz="1600" noProof="0" dirty="0">
                <a:solidFill>
                  <a:srgbClr val="E6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Capteur isolé défaillant : si un capteur s'écarte de &gt; 50 de </a:t>
            </a:r>
            <a:r>
              <a:rPr lang="fr-FR" sz="1600" dirty="0">
                <a:solidFill>
                  <a:srgbClr val="E6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 deux </a:t>
            </a:r>
            <a:r>
              <a:rPr lang="fr-FR" sz="1600" noProof="0" dirty="0">
                <a:solidFill>
                  <a:srgbClr val="E6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voisins de chambre, il est remplacé par leur moyenne. </a:t>
            </a:r>
          </a:p>
          <a:p>
            <a:pPr marL="342900" indent="-342900">
              <a:spcAft>
                <a:spcPts val="1200"/>
              </a:spcAft>
              <a:buSzPct val="100000"/>
              <a:buAutoNum type="arabicPeriod"/>
            </a:pPr>
            <a:endParaRPr lang="fr-FR" sz="1600" dirty="0">
              <a:solidFill>
                <a:srgbClr val="E6E2D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spcAft>
                <a:spcPts val="1200"/>
              </a:spcAft>
              <a:buSzPct val="100000"/>
              <a:buAutoNum type="arabicPeriod"/>
            </a:pPr>
            <a:endParaRPr lang="fr-FR" sz="1600" noProof="0" dirty="0">
              <a:solidFill>
                <a:srgbClr val="E6E2D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1200"/>
              </a:spcAft>
              <a:buSzPct val="100000"/>
            </a:pPr>
            <a:r>
              <a:rPr lang="fr-FR" sz="1600" noProof="0" dirty="0">
                <a:solidFill>
                  <a:srgbClr val="E6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Les Températures illogique restantes sont supprimées : bornées (0 – 700).</a:t>
            </a:r>
          </a:p>
          <a:p>
            <a:pPr>
              <a:spcAft>
                <a:spcPts val="1200"/>
              </a:spcAft>
              <a:buSzPct val="100000"/>
            </a:pPr>
            <a:endParaRPr lang="fr-FR" sz="1600" noProof="0" dirty="0"/>
          </a:p>
          <a:p>
            <a:pPr>
              <a:spcAft>
                <a:spcPts val="1200"/>
              </a:spcAft>
              <a:buSzPct val="100000"/>
            </a:pPr>
            <a:r>
              <a:rPr lang="fr-FR" sz="1600" noProof="0" dirty="0">
                <a:solidFill>
                  <a:srgbClr val="E6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Suppression des cases vides d'origine (NaN).</a:t>
            </a:r>
            <a:endParaRPr lang="fr-FR" sz="16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FF25337-1F25-4942-90DC-EC8F2ED1547D}"/>
              </a:ext>
            </a:extLst>
          </p:cNvPr>
          <p:cNvSpPr/>
          <p:nvPr/>
        </p:nvSpPr>
        <p:spPr>
          <a:xfrm>
            <a:off x="7589520" y="2385060"/>
            <a:ext cx="4023360" cy="2369820"/>
          </a:xfrm>
          <a:prstGeom prst="roundRect">
            <a:avLst>
              <a:gd name="adj" fmla="val 3750"/>
            </a:avLst>
          </a:prstGeom>
          <a:solidFill>
            <a:srgbClr val="2B2B2B"/>
          </a:solidFill>
          <a:ln w="15240">
            <a:solidFill>
              <a:srgbClr val="F0560C"/>
            </a:solidFill>
            <a:prstDash val="soli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D340591-BF72-09CA-A955-A27270D08ADB}"/>
              </a:ext>
            </a:extLst>
          </p:cNvPr>
          <p:cNvSpPr/>
          <p:nvPr/>
        </p:nvSpPr>
        <p:spPr>
          <a:xfrm>
            <a:off x="777240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 noProof="0" dirty="0">
                <a:solidFill>
                  <a:srgbClr val="F0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:</a:t>
            </a: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9106D704-9E6E-43EA-4C4C-0AC1F7F2EDEA}"/>
              </a:ext>
            </a:extLst>
          </p:cNvPr>
          <p:cNvSpPr/>
          <p:nvPr/>
        </p:nvSpPr>
        <p:spPr>
          <a:xfrm>
            <a:off x="7772400" y="2926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b="1" noProof="0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Capteur 1 : 850°C    </a:t>
            </a:r>
            <a:r>
              <a:rPr lang="fr-FR" sz="1400" b="1" noProof="0" dirty="0">
                <a:solidFill>
                  <a:srgbClr val="F0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r>
              <a:rPr lang="fr-FR" sz="1400" b="1" noProof="0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r>
              <a:rPr lang="fr-FR" sz="1500" noProof="0" dirty="0">
                <a:solidFill>
                  <a:srgbClr val="A8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Capteur 2 : 210°C</a:t>
            </a:r>
            <a:endParaRPr lang="fr-FR" sz="1500" noProof="0" dirty="0"/>
          </a:p>
          <a:p>
            <a:pPr marL="0" indent="0">
              <a:buNone/>
            </a:pPr>
            <a:r>
              <a:rPr lang="fr-FR" sz="1500" noProof="0" dirty="0">
                <a:solidFill>
                  <a:srgbClr val="A8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Capteur 3 : 212°C</a:t>
            </a:r>
            <a:endParaRPr lang="fr-FR" sz="1500" noProof="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3D6FCB3A-18F0-0F33-FA88-6B1F0F61C4D1}"/>
              </a:ext>
            </a:extLst>
          </p:cNvPr>
          <p:cNvSpPr/>
          <p:nvPr/>
        </p:nvSpPr>
        <p:spPr>
          <a:xfrm>
            <a:off x="777240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Capteur 1 corrigé = 211°</a:t>
            </a:r>
            <a:endParaRPr lang="fr-FR" sz="1600" noProof="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62167FD5-D5AF-C6D5-2202-75D6C0B8FA96}"/>
              </a:ext>
            </a:extLst>
          </p:cNvPr>
          <p:cNvSpPr/>
          <p:nvPr/>
        </p:nvSpPr>
        <p:spPr>
          <a:xfrm>
            <a:off x="795528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A8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(moyenne des 2 voisins)</a:t>
            </a:r>
            <a:endParaRPr lang="fr-FR" sz="1200" noProof="0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4C46FFE6-E69E-D780-CF7E-A075BB3AF5C9}"/>
              </a:ext>
            </a:extLst>
          </p:cNvPr>
          <p:cNvSpPr txBox="1"/>
          <p:nvPr/>
        </p:nvSpPr>
        <p:spPr>
          <a:xfrm>
            <a:off x="1761945" y="2648188"/>
            <a:ext cx="60945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SzPct val="100000"/>
            </a:pPr>
            <a:r>
              <a:rPr lang="fr-FR" sz="1600" noProof="0" dirty="0">
                <a:solidFill>
                  <a:srgbClr val="E6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corrige la donnée au lieu de supprimer toute la ligne</a:t>
            </a:r>
          </a:p>
        </p:txBody>
      </p:sp>
      <p:sp>
        <p:nvSpPr>
          <p:cNvPr id="37" name="Flèche : droite 36">
            <a:extLst>
              <a:ext uri="{FF2B5EF4-FFF2-40B4-BE49-F238E27FC236}">
                <a16:creationId xmlns:a16="http://schemas.microsoft.com/office/drawing/2014/main" id="{B210E6E4-1459-A4D9-F36F-2903E7718088}"/>
              </a:ext>
            </a:extLst>
          </p:cNvPr>
          <p:cNvSpPr/>
          <p:nvPr/>
        </p:nvSpPr>
        <p:spPr>
          <a:xfrm>
            <a:off x="1367161" y="2678668"/>
            <a:ext cx="459887" cy="277892"/>
          </a:xfrm>
          <a:prstGeom prst="rightArrow">
            <a:avLst/>
          </a:prstGeom>
          <a:solidFill>
            <a:srgbClr val="F056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070161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- DÉFI TECHNIQUE N°1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Alignement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583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6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vrai défi : synchroniser des capteurs à la MINUTE avec une qualité à l'HEURE.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6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: pivot minute-par-minute → 1 heure devient 1 ligne contenant chaque sonde à chaque minute.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6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Jointure de cette matrice avec la mesure qualité de l'heure correspondante.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6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 mis en cache (.pkl) pour éviter de recalculer ce traitement lourd.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21031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2B2B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680960" y="22402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Capteurs (minute)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6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 · 09:01 · 09:02 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0" y="33101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0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pivot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37947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056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680960" y="4023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ligne = 1 heure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(toutes sondes × toutes minutes + qualité)</a:t>
            </a:r>
            <a:endParaRPr lang="en-US" sz="1400" dirty="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604532B6-AA02-9739-EE10-1AD90C519570}"/>
              </a:ext>
            </a:extLst>
          </p:cNvPr>
          <p:cNvSpPr/>
          <p:nvPr/>
        </p:nvSpPr>
        <p:spPr>
          <a:xfrm>
            <a:off x="-1002106" y="5704348"/>
            <a:ext cx="2926080" cy="2926080"/>
          </a:xfrm>
          <a:prstGeom prst="ellipse">
            <a:avLst/>
          </a:prstGeom>
          <a:solidFill>
            <a:srgbClr val="F0560C">
              <a:alpha val="4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0DCF41F2-0AF7-71F0-409E-A9CF51B71B30}"/>
              </a:ext>
            </a:extLst>
          </p:cNvPr>
          <p:cNvSpPr/>
          <p:nvPr/>
        </p:nvSpPr>
        <p:spPr>
          <a:xfrm>
            <a:off x="8399162" y="-3473622"/>
            <a:ext cx="4572000" cy="45720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</Words>
  <Application>Microsoft Office PowerPoint</Application>
  <PresentationFormat>Grand écran</PresentationFormat>
  <Paragraphs>115</Paragraphs>
  <Slides>10</Slides>
  <Notes>10</Notes>
  <HiddenSlides>1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Georgia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antoine vadot</dc:creator>
  <cp:lastModifiedBy>antoine vadot</cp:lastModifiedBy>
  <cp:revision>1</cp:revision>
  <dcterms:created xsi:type="dcterms:W3CDTF">2026-06-04T07:05:41Z</dcterms:created>
  <dcterms:modified xsi:type="dcterms:W3CDTF">2026-06-04T09:25:31Z</dcterms:modified>
</cp:coreProperties>
</file>